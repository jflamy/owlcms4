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2.xml" ContentType="application/vnd.openxmlformats-officedocument.them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3.xml" ContentType="application/vnd.openxmlformats-officedocument.presentationml.slide+xml"/>
  <Override PartName="/ppt/slides/slide11.xml" ContentType="application/vnd.openxmlformats-officedocument.presentationml.slide+xml"/>
  <Override PartName="/ppt/slides/slide4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slides/slide1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media/image15.svg" ContentType="image/svg"/>
  <Override PartName="/ppt/media/image6.svg" ContentType="image/svg"/>
  <Override PartName="/ppt/media/image8.svg" ContentType="image/svg"/>
  <Override PartName="/ppt/media/image17.svg" ContentType="image/svg"/>
  <Override PartName="/ppt/media/image13.svg" ContentType="image/svg"/>
  <Override PartName="/ppt/media/image10.svg" ContentType="image/svg"/>
  <Override PartName="/ppt/media/image4.svg" ContentType="image/sv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6858000" cy="9144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defTabSz="685800">
              <a:lnSpc>
                <a:spcPct val="90000"/>
              </a:lnSpc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move the slide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CA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CA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dt" idx="34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5"/>
          <p:cNvSpPr>
            <a:spLocks noGrp="1"/>
          </p:cNvSpPr>
          <p:nvPr>
            <p:ph type="ftr" idx="35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PlaceHolder 6"/>
          <p:cNvSpPr>
            <a:spLocks noGrp="1"/>
          </p:cNvSpPr>
          <p:nvPr>
            <p:ph type="sldNum" idx="36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D12ECAC2-D879-4546-B64F-C7A70C4E017F}" type="slidenum"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PlaceHolder 1"/>
          <p:cNvSpPr>
            <a:spLocks noGrp="1"/>
          </p:cNvSpPr>
          <p:nvPr>
            <p:ph type="sldImg"/>
          </p:nvPr>
        </p:nvSpPr>
        <p:spPr>
          <a:xfrm>
            <a:off x="2271600" y="1143000"/>
            <a:ext cx="2314080" cy="3085920"/>
          </a:xfrm>
          <a:prstGeom prst="rect">
            <a:avLst/>
          </a:prstGeom>
          <a:ln w="0">
            <a:noFill/>
          </a:ln>
        </p:spPr>
      </p:sp>
      <p:sp>
        <p:nvSpPr>
          <p:cNvPr id="9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6" name="PlaceHolder 3"/>
          <p:cNvSpPr>
            <a:spLocks noGrp="1"/>
          </p:cNvSpPr>
          <p:nvPr>
            <p:ph type="sldNum" idx="3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E88731E8-9C20-4F21-9096-151EB223BF40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PlaceHolder 1"/>
          <p:cNvSpPr>
            <a:spLocks noGrp="1"/>
          </p:cNvSpPr>
          <p:nvPr>
            <p:ph type="sldImg"/>
          </p:nvPr>
        </p:nvSpPr>
        <p:spPr>
          <a:xfrm>
            <a:off x="2271600" y="1143000"/>
            <a:ext cx="2314080" cy="3085920"/>
          </a:xfrm>
          <a:prstGeom prst="rect">
            <a:avLst/>
          </a:prstGeom>
          <a:ln w="0">
            <a:noFill/>
          </a:ln>
        </p:spPr>
      </p:sp>
      <p:sp>
        <p:nvSpPr>
          <p:cNvPr id="9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9" name="PlaceHolder 3"/>
          <p:cNvSpPr>
            <a:spLocks noGrp="1"/>
          </p:cNvSpPr>
          <p:nvPr>
            <p:ph type="sldNum" idx="3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E6D1F91-6EF8-4116-919E-844FC535EE2F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PlaceHolder 1"/>
          <p:cNvSpPr>
            <a:spLocks noGrp="1"/>
          </p:cNvSpPr>
          <p:nvPr>
            <p:ph type="sldImg"/>
          </p:nvPr>
        </p:nvSpPr>
        <p:spPr>
          <a:xfrm>
            <a:off x="2271600" y="1143000"/>
            <a:ext cx="2314080" cy="3085920"/>
          </a:xfrm>
          <a:prstGeom prst="rect">
            <a:avLst/>
          </a:prstGeom>
          <a:ln w="0">
            <a:noFill/>
          </a:ln>
        </p:spPr>
      </p:sp>
      <p:sp>
        <p:nvSpPr>
          <p:cNvPr id="9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2" name="PlaceHolder 3"/>
          <p:cNvSpPr>
            <a:spLocks noGrp="1"/>
          </p:cNvSpPr>
          <p:nvPr>
            <p:ph type="sldNum" idx="3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F8915FDF-EA32-4D64-AB8E-EF328EDEA5CA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3" name="PlaceHolder 1"/>
          <p:cNvSpPr>
            <a:spLocks noGrp="1"/>
          </p:cNvSpPr>
          <p:nvPr>
            <p:ph type="sldImg"/>
          </p:nvPr>
        </p:nvSpPr>
        <p:spPr>
          <a:xfrm>
            <a:off x="2271600" y="1143000"/>
            <a:ext cx="2314080" cy="3085920"/>
          </a:xfrm>
          <a:prstGeom prst="rect">
            <a:avLst/>
          </a:prstGeom>
          <a:ln w="0">
            <a:noFill/>
          </a:ln>
        </p:spPr>
      </p:sp>
      <p:sp>
        <p:nvSpPr>
          <p:cNvPr id="95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5" name="PlaceHolder 3"/>
          <p:cNvSpPr>
            <a:spLocks noGrp="1"/>
          </p:cNvSpPr>
          <p:nvPr>
            <p:ph type="sldNum" idx="4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733AB5B-ADA5-4755-A1A4-A6CE559DD369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PlaceHolder 1"/>
          <p:cNvSpPr>
            <a:spLocks noGrp="1"/>
          </p:cNvSpPr>
          <p:nvPr>
            <p:ph type="sldImg"/>
          </p:nvPr>
        </p:nvSpPr>
        <p:spPr>
          <a:xfrm>
            <a:off x="2271600" y="1143000"/>
            <a:ext cx="2314080" cy="3085920"/>
          </a:xfrm>
          <a:prstGeom prst="rect">
            <a:avLst/>
          </a:prstGeom>
          <a:ln w="0">
            <a:noFill/>
          </a:ln>
        </p:spPr>
      </p:sp>
      <p:sp>
        <p:nvSpPr>
          <p:cNvPr id="95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lnSpc>
                <a:spcPct val="100000"/>
              </a:lnSpc>
              <a:buNone/>
            </a:pPr>
            <a:r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One Platform with Jury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8" name="PlaceHolder 3"/>
          <p:cNvSpPr>
            <a:spLocks noGrp="1"/>
          </p:cNvSpPr>
          <p:nvPr>
            <p:ph type="sldNum" idx="4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9EE57C01-12E5-49C3-8556-A08A60394BF0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9" name="PlaceHolder 1"/>
          <p:cNvSpPr>
            <a:spLocks noGrp="1"/>
          </p:cNvSpPr>
          <p:nvPr>
            <p:ph type="sldImg"/>
          </p:nvPr>
        </p:nvSpPr>
        <p:spPr>
          <a:xfrm>
            <a:off x="2271600" y="1143000"/>
            <a:ext cx="2314080" cy="3085920"/>
          </a:xfrm>
          <a:prstGeom prst="rect">
            <a:avLst/>
          </a:prstGeom>
          <a:ln w="0">
            <a:noFill/>
          </a:ln>
        </p:spPr>
      </p:sp>
      <p:sp>
        <p:nvSpPr>
          <p:cNvPr id="96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Two platforms, no Jury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 defTabSz="914400">
              <a:lnSpc>
                <a:spcPct val="100000"/>
              </a:lnSpc>
              <a:buNone/>
              <a:tabLst>
                <a:tab pos="0" algn="l"/>
              </a:tabLst>
            </a:pP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1" name="PlaceHolder 3"/>
          <p:cNvSpPr>
            <a:spLocks noGrp="1"/>
          </p:cNvSpPr>
          <p:nvPr>
            <p:ph type="sldNum" idx="4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8CA4428D-3F35-4F8C-9E94-5864211D203C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" name="PlaceHolder 1"/>
          <p:cNvSpPr>
            <a:spLocks noGrp="1"/>
          </p:cNvSpPr>
          <p:nvPr>
            <p:ph type="sldImg"/>
          </p:nvPr>
        </p:nvSpPr>
        <p:spPr>
          <a:xfrm>
            <a:off x="2271600" y="1143000"/>
            <a:ext cx="2314080" cy="3085920"/>
          </a:xfrm>
          <a:prstGeom prst="rect">
            <a:avLst/>
          </a:prstGeom>
          <a:ln w="0">
            <a:noFill/>
          </a:ln>
        </p:spPr>
      </p:sp>
      <p:sp>
        <p:nvSpPr>
          <p:cNvPr id="96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4" name="PlaceHolder 3"/>
          <p:cNvSpPr>
            <a:spLocks noGrp="1"/>
          </p:cNvSpPr>
          <p:nvPr>
            <p:ph type="sldNum" idx="4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7BCE1B4-3F38-4550-B3B6-F3A1B5F2CEED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5" name="PlaceHolder 1"/>
          <p:cNvSpPr>
            <a:spLocks noGrp="1"/>
          </p:cNvSpPr>
          <p:nvPr>
            <p:ph type="sldImg"/>
          </p:nvPr>
        </p:nvSpPr>
        <p:spPr>
          <a:xfrm>
            <a:off x="2271600" y="1143000"/>
            <a:ext cx="2314080" cy="3085920"/>
          </a:xfrm>
          <a:prstGeom prst="rect">
            <a:avLst/>
          </a:prstGeom>
          <a:ln w="0">
            <a:noFill/>
          </a:ln>
        </p:spPr>
      </p:sp>
      <p:sp>
        <p:nvSpPr>
          <p:cNvPr id="96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7" name="PlaceHolder 3"/>
          <p:cNvSpPr>
            <a:spLocks noGrp="1"/>
          </p:cNvSpPr>
          <p:nvPr>
            <p:ph type="sldNum" idx="4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15FB1DD0-A939-449C-85BC-1C50E2B0555E}" type="slidenum">
              <a:rPr lang="en-CA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CA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14440" y="1496520"/>
            <a:ext cx="5829120" cy="31831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ctr" defTabSz="685800">
              <a:lnSpc>
                <a:spcPct val="90000"/>
              </a:lnSpc>
              <a:buNone/>
              <a:def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ctr" defTabSz="685800">
              <a:lnSpc>
                <a:spcPct val="90000"/>
              </a:lnSpc>
              <a:buNone/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7160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2271600" y="8475120"/>
            <a:ext cx="231408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484344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5B3574-0F22-4E4B-A636-580B808F03AE}" type="slidenum"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71600" y="486720"/>
            <a:ext cx="5914800" cy="176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71600" y="2434320"/>
            <a:ext cx="5914800" cy="58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7160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2271600" y="8475120"/>
            <a:ext cx="231408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484344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76D002A-6F67-4690-BD3A-3CBDFD5224BD}" type="slidenum"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907880" y="486720"/>
            <a:ext cx="1478520" cy="774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71600" y="486720"/>
            <a:ext cx="4350240" cy="7748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7160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2271600" y="8475120"/>
            <a:ext cx="231408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484344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E18510-30CA-4758-B8A9-901EA965C224}" type="slidenum"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71600" y="486720"/>
            <a:ext cx="5914800" cy="176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71600" y="2434320"/>
            <a:ext cx="5914800" cy="58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7160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2271600" y="8475120"/>
            <a:ext cx="231408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484344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D934C86-267D-49DC-BFB8-075C69771AB8}" type="slidenum"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68000" y="2279520"/>
            <a:ext cx="5914800" cy="3803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45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45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68000" y="6119280"/>
            <a:ext cx="5914800" cy="1999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7160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2271600" y="8475120"/>
            <a:ext cx="231408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484344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C8CD2B6-0436-4C70-B969-71047858B8FF}" type="slidenum"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71600" y="486720"/>
            <a:ext cx="5914800" cy="176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71600" y="2434320"/>
            <a:ext cx="2914200" cy="58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3471840" y="2434320"/>
            <a:ext cx="2914200" cy="580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7160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2271600" y="8475120"/>
            <a:ext cx="231408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484344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0A48602-D81A-47F6-AAA3-024449F2D21C}" type="slidenum"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72320" y="486720"/>
            <a:ext cx="5914800" cy="176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72320" y="2241720"/>
            <a:ext cx="2900880" cy="109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72320" y="3340080"/>
            <a:ext cx="2900880" cy="491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3471840" y="2241720"/>
            <a:ext cx="2915280" cy="1098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8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3471840" y="3340080"/>
            <a:ext cx="2915280" cy="4912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7160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2271600" y="8475120"/>
            <a:ext cx="231408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484344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A1E0B2E-EA8C-4A05-90F2-C16D5F8CD239}" type="slidenum"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71600" y="486720"/>
            <a:ext cx="5914800" cy="176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7160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2271600" y="8475120"/>
            <a:ext cx="231408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484344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F6AFE45-3910-471D-B249-3096F3B81528}" type="slidenum"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body"/>
          </p:nvPr>
        </p:nvSpPr>
        <p:spPr>
          <a:xfrm>
            <a:off x="342720" y="2139480"/>
            <a:ext cx="61718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dt" idx="25"/>
          </p:nvPr>
        </p:nvSpPr>
        <p:spPr>
          <a:xfrm>
            <a:off x="47160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ftr" idx="26"/>
          </p:nvPr>
        </p:nvSpPr>
        <p:spPr>
          <a:xfrm>
            <a:off x="2271600" y="8475120"/>
            <a:ext cx="231408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sldNum" idx="27"/>
          </p:nvPr>
        </p:nvSpPr>
        <p:spPr>
          <a:xfrm>
            <a:off x="484344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069CF1-3874-4F2A-BA09-1931EDB5B20A}" type="slidenum"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title"/>
          </p:nvPr>
        </p:nvSpPr>
        <p:spPr>
          <a:xfrm>
            <a:off x="342720" y="364680"/>
            <a:ext cx="61718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33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the title text format</a:t>
            </a:r>
            <a:endParaRPr lang="en-US" sz="33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49" name="PlaceHolder 5"/>
          <p:cNvSpPr>
            <a:spLocks noGrp="1"/>
          </p:cNvSpPr>
          <p:nvPr>
            <p:ph type="body"/>
          </p:nvPr>
        </p:nvSpPr>
        <p:spPr>
          <a:xfrm>
            <a:off x="342720" y="2139480"/>
            <a:ext cx="61718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35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135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6858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472320" y="609480"/>
            <a:ext cx="2211480" cy="213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2915640" y="1316520"/>
            <a:ext cx="3471480" cy="6497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  <a:def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171360" indent="-171360" algn="l" defTabSz="685800">
              <a:lnSpc>
                <a:spcPct val="90000"/>
              </a:lnSpc>
              <a:spcBef>
                <a:spcPts val="75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514440" lvl="1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21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1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57160" lvl="2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00240" lvl="3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542960" lvl="4" indent="-171360" algn="l" defTabSz="685800">
              <a:lnSpc>
                <a:spcPct val="9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•"/>
            </a:pPr>
            <a:r>
              <a:rPr lang="en-US" sz="15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5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472320" y="2743200"/>
            <a:ext cx="2211480" cy="508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dt" idx="28"/>
          </p:nvPr>
        </p:nvSpPr>
        <p:spPr>
          <a:xfrm>
            <a:off x="47160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ftr" idx="29"/>
          </p:nvPr>
        </p:nvSpPr>
        <p:spPr>
          <a:xfrm>
            <a:off x="2271600" y="8475120"/>
            <a:ext cx="231408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6"/>
          <p:cNvSpPr>
            <a:spLocks noGrp="1"/>
          </p:cNvSpPr>
          <p:nvPr>
            <p:ph type="sldNum" idx="30"/>
          </p:nvPr>
        </p:nvSpPr>
        <p:spPr>
          <a:xfrm>
            <a:off x="484344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78FFE2-91D2-458E-AF04-373040149F49}" type="slidenum"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72320" y="609480"/>
            <a:ext cx="2211480" cy="2133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685800">
              <a:lnSpc>
                <a:spcPct val="90000"/>
              </a:lnSpc>
              <a:buNone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defRPr>
            </a:lvl1pPr>
          </a:lstStyle>
          <a:p>
            <a:pPr indent="0" algn="l" defTabSz="685800">
              <a:lnSpc>
                <a:spcPct val="90000"/>
              </a:lnSpc>
              <a:buNone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Click to edit Master title style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 Light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2915640" y="1316520"/>
            <a:ext cx="3471480" cy="64976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icon to add picture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body"/>
          </p:nvPr>
        </p:nvSpPr>
        <p:spPr>
          <a:xfrm>
            <a:off x="472320" y="2743200"/>
            <a:ext cx="2211480" cy="5081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685800">
              <a:lnSpc>
                <a:spcPct val="90000"/>
              </a:lnSpc>
              <a:spcBef>
                <a:spcPts val="751"/>
              </a:spcBef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dt" idx="31"/>
          </p:nvPr>
        </p:nvSpPr>
        <p:spPr>
          <a:xfrm>
            <a:off x="47160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ftr" idx="32"/>
          </p:nvPr>
        </p:nvSpPr>
        <p:spPr>
          <a:xfrm>
            <a:off x="2271600" y="8475120"/>
            <a:ext cx="231408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CA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CA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sldNum" idx="33"/>
          </p:nvPr>
        </p:nvSpPr>
        <p:spPr>
          <a:xfrm>
            <a:off x="4843440" y="8475120"/>
            <a:ext cx="1542600" cy="486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7C5A2F7-58FE-4083-847A-F773FA7D0FF3}" type="slidenum">
              <a:rPr lang="fr-CA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CA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5.png"/><Relationship Id="rId9" Type="http://schemas.openxmlformats.org/officeDocument/2006/relationships/image" Target="../media/image6.svg"/><Relationship Id="rId10" Type="http://schemas.openxmlformats.org/officeDocument/2006/relationships/image" Target="../media/image7.png"/><Relationship Id="rId11" Type="http://schemas.openxmlformats.org/officeDocument/2006/relationships/image" Target="../media/image8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7.png"/><Relationship Id="rId15" Type="http://schemas.openxmlformats.org/officeDocument/2006/relationships/image" Target="../media/image8.svg"/><Relationship Id="rId16" Type="http://schemas.openxmlformats.org/officeDocument/2006/relationships/image" Target="../media/image5.png"/><Relationship Id="rId17" Type="http://schemas.openxmlformats.org/officeDocument/2006/relationships/image" Target="../media/image6.svg"/><Relationship Id="rId18" Type="http://schemas.openxmlformats.org/officeDocument/2006/relationships/image" Target="../media/image7.png"/><Relationship Id="rId19" Type="http://schemas.openxmlformats.org/officeDocument/2006/relationships/image" Target="../media/image8.svg"/><Relationship Id="rId20" Type="http://schemas.openxmlformats.org/officeDocument/2006/relationships/image" Target="../media/image3.png"/><Relationship Id="rId21" Type="http://schemas.openxmlformats.org/officeDocument/2006/relationships/image" Target="../media/image4.svg"/><Relationship Id="rId22" Type="http://schemas.openxmlformats.org/officeDocument/2006/relationships/image" Target="../media/image5.png"/><Relationship Id="rId23" Type="http://schemas.openxmlformats.org/officeDocument/2006/relationships/image" Target="../media/image6.svg"/><Relationship Id="rId24" Type="http://schemas.openxmlformats.org/officeDocument/2006/relationships/image" Target="../media/image7.png"/><Relationship Id="rId25" Type="http://schemas.openxmlformats.org/officeDocument/2006/relationships/image" Target="../media/image8.svg"/><Relationship Id="rId26" Type="http://schemas.openxmlformats.org/officeDocument/2006/relationships/image" Target="../media/image5.png"/><Relationship Id="rId27" Type="http://schemas.openxmlformats.org/officeDocument/2006/relationships/image" Target="../media/image6.svg"/><Relationship Id="rId28" Type="http://schemas.openxmlformats.org/officeDocument/2006/relationships/image" Target="../media/image7.png"/><Relationship Id="rId29" Type="http://schemas.openxmlformats.org/officeDocument/2006/relationships/image" Target="../media/image8.svg"/><Relationship Id="rId30" Type="http://schemas.openxmlformats.org/officeDocument/2006/relationships/image" Target="../media/image5.png"/><Relationship Id="rId31" Type="http://schemas.openxmlformats.org/officeDocument/2006/relationships/image" Target="../media/image6.svg"/><Relationship Id="rId32" Type="http://schemas.openxmlformats.org/officeDocument/2006/relationships/image" Target="../media/image7.png"/><Relationship Id="rId33" Type="http://schemas.openxmlformats.org/officeDocument/2006/relationships/image" Target="../media/image8.svg"/><Relationship Id="rId34" Type="http://schemas.openxmlformats.org/officeDocument/2006/relationships/image" Target="../media/image9.png"/><Relationship Id="rId35" Type="http://schemas.openxmlformats.org/officeDocument/2006/relationships/image" Target="../media/image10.svg"/><Relationship Id="rId36" Type="http://schemas.openxmlformats.org/officeDocument/2006/relationships/image" Target="../media/image9.png"/><Relationship Id="rId37" Type="http://schemas.openxmlformats.org/officeDocument/2006/relationships/image" Target="../media/image10.svg"/><Relationship Id="rId38" Type="http://schemas.openxmlformats.org/officeDocument/2006/relationships/image" Target="../media/image11.png"/><Relationship Id="rId39" Type="http://schemas.openxmlformats.org/officeDocument/2006/relationships/image" Target="../media/image3.png"/><Relationship Id="rId40" Type="http://schemas.openxmlformats.org/officeDocument/2006/relationships/image" Target="../media/image4.svg"/><Relationship Id="rId41" Type="http://schemas.openxmlformats.org/officeDocument/2006/relationships/image" Target="../media/image9.png"/><Relationship Id="rId42" Type="http://schemas.openxmlformats.org/officeDocument/2006/relationships/image" Target="../media/image10.svg"/><Relationship Id="rId43" Type="http://schemas.openxmlformats.org/officeDocument/2006/relationships/image" Target="../media/image9.png"/><Relationship Id="rId44" Type="http://schemas.openxmlformats.org/officeDocument/2006/relationships/image" Target="../media/image10.svg"/><Relationship Id="rId45" Type="http://schemas.openxmlformats.org/officeDocument/2006/relationships/image" Target="../media/image11.png"/><Relationship Id="rId46" Type="http://schemas.openxmlformats.org/officeDocument/2006/relationships/image" Target="../media/image9.png"/><Relationship Id="rId47" Type="http://schemas.openxmlformats.org/officeDocument/2006/relationships/image" Target="../media/image10.svg"/><Relationship Id="rId48" Type="http://schemas.openxmlformats.org/officeDocument/2006/relationships/image" Target="../media/image12.png"/><Relationship Id="rId49" Type="http://schemas.openxmlformats.org/officeDocument/2006/relationships/image" Target="../media/image13.svg"/><Relationship Id="rId50" Type="http://schemas.openxmlformats.org/officeDocument/2006/relationships/image" Target="../media/image12.png"/><Relationship Id="rId51" Type="http://schemas.openxmlformats.org/officeDocument/2006/relationships/image" Target="../media/image13.svg"/><Relationship Id="rId52" Type="http://schemas.openxmlformats.org/officeDocument/2006/relationships/image" Target="../media/image14.png"/><Relationship Id="rId53" Type="http://schemas.openxmlformats.org/officeDocument/2006/relationships/image" Target="../media/image15.svg"/><Relationship Id="rId54" Type="http://schemas.openxmlformats.org/officeDocument/2006/relationships/image" Target="../media/image16.png"/><Relationship Id="rId55" Type="http://schemas.openxmlformats.org/officeDocument/2006/relationships/image" Target="../media/image17.svg"/><Relationship Id="rId56" Type="http://schemas.openxmlformats.org/officeDocument/2006/relationships/slideLayout" Target="../slideLayouts/slideLayout9.xml"/><Relationship Id="rId57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.png"/><Relationship Id="rId6" Type="http://schemas.openxmlformats.org/officeDocument/2006/relationships/image" Target="../media/image3.png"/><Relationship Id="rId7" Type="http://schemas.openxmlformats.org/officeDocument/2006/relationships/image" Target="../media/image4.sv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5.png"/><Relationship Id="rId13" Type="http://schemas.openxmlformats.org/officeDocument/2006/relationships/image" Target="../media/image6.svg"/><Relationship Id="rId14" Type="http://schemas.openxmlformats.org/officeDocument/2006/relationships/image" Target="../media/image7.png"/><Relationship Id="rId15" Type="http://schemas.openxmlformats.org/officeDocument/2006/relationships/image" Target="../media/image8.svg"/><Relationship Id="rId16" Type="http://schemas.openxmlformats.org/officeDocument/2006/relationships/image" Target="../media/image5.png"/><Relationship Id="rId17" Type="http://schemas.openxmlformats.org/officeDocument/2006/relationships/image" Target="../media/image6.svg"/><Relationship Id="rId18" Type="http://schemas.openxmlformats.org/officeDocument/2006/relationships/image" Target="../media/image7.png"/><Relationship Id="rId19" Type="http://schemas.openxmlformats.org/officeDocument/2006/relationships/image" Target="../media/image8.svg"/><Relationship Id="rId20" Type="http://schemas.openxmlformats.org/officeDocument/2006/relationships/image" Target="../media/image5.png"/><Relationship Id="rId21" Type="http://schemas.openxmlformats.org/officeDocument/2006/relationships/image" Target="../media/image6.svg"/><Relationship Id="rId22" Type="http://schemas.openxmlformats.org/officeDocument/2006/relationships/image" Target="../media/image7.png"/><Relationship Id="rId23" Type="http://schemas.openxmlformats.org/officeDocument/2006/relationships/image" Target="../media/image8.svg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image" Target="../media/image7.png"/><Relationship Id="rId27" Type="http://schemas.openxmlformats.org/officeDocument/2006/relationships/image" Target="../media/image8.svg"/><Relationship Id="rId28" Type="http://schemas.openxmlformats.org/officeDocument/2006/relationships/image" Target="../media/image5.png"/><Relationship Id="rId29" Type="http://schemas.openxmlformats.org/officeDocument/2006/relationships/image" Target="../media/image6.svg"/><Relationship Id="rId30" Type="http://schemas.openxmlformats.org/officeDocument/2006/relationships/image" Target="../media/image7.png"/><Relationship Id="rId31" Type="http://schemas.openxmlformats.org/officeDocument/2006/relationships/image" Target="../media/image8.svg"/><Relationship Id="rId32" Type="http://schemas.openxmlformats.org/officeDocument/2006/relationships/image" Target="../media/image5.png"/><Relationship Id="rId33" Type="http://schemas.openxmlformats.org/officeDocument/2006/relationships/image" Target="../media/image6.svg"/><Relationship Id="rId34" Type="http://schemas.openxmlformats.org/officeDocument/2006/relationships/image" Target="../media/image7.png"/><Relationship Id="rId35" Type="http://schemas.openxmlformats.org/officeDocument/2006/relationships/image" Target="../media/image8.svg"/><Relationship Id="rId36" Type="http://schemas.openxmlformats.org/officeDocument/2006/relationships/image" Target="../media/image9.png"/><Relationship Id="rId37" Type="http://schemas.openxmlformats.org/officeDocument/2006/relationships/image" Target="../media/image10.svg"/><Relationship Id="rId38" Type="http://schemas.openxmlformats.org/officeDocument/2006/relationships/image" Target="../media/image9.png"/><Relationship Id="rId39" Type="http://schemas.openxmlformats.org/officeDocument/2006/relationships/image" Target="../media/image10.svg"/><Relationship Id="rId40" Type="http://schemas.openxmlformats.org/officeDocument/2006/relationships/image" Target="../media/image11.png"/><Relationship Id="rId41" Type="http://schemas.openxmlformats.org/officeDocument/2006/relationships/image" Target="../media/image12.png"/><Relationship Id="rId42" Type="http://schemas.openxmlformats.org/officeDocument/2006/relationships/image" Target="../media/image13.svg"/><Relationship Id="rId43" Type="http://schemas.openxmlformats.org/officeDocument/2006/relationships/image" Target="../media/image12.png"/><Relationship Id="rId44" Type="http://schemas.openxmlformats.org/officeDocument/2006/relationships/image" Target="../media/image13.svg"/><Relationship Id="rId45" Type="http://schemas.openxmlformats.org/officeDocument/2006/relationships/image" Target="../media/image18.png"/><Relationship Id="rId46" Type="http://schemas.openxmlformats.org/officeDocument/2006/relationships/image" Target="../media/image18.png"/><Relationship Id="rId47" Type="http://schemas.openxmlformats.org/officeDocument/2006/relationships/image" Target="../media/image3.png"/><Relationship Id="rId48" Type="http://schemas.openxmlformats.org/officeDocument/2006/relationships/image" Target="../media/image4.svg"/><Relationship Id="rId49" Type="http://schemas.openxmlformats.org/officeDocument/2006/relationships/image" Target="../media/image9.png"/><Relationship Id="rId50" Type="http://schemas.openxmlformats.org/officeDocument/2006/relationships/image" Target="../media/image10.svg"/><Relationship Id="rId51" Type="http://schemas.openxmlformats.org/officeDocument/2006/relationships/image" Target="../media/image9.png"/><Relationship Id="rId52" Type="http://schemas.openxmlformats.org/officeDocument/2006/relationships/image" Target="../media/image10.svg"/><Relationship Id="rId53" Type="http://schemas.openxmlformats.org/officeDocument/2006/relationships/image" Target="../media/image9.png"/><Relationship Id="rId54" Type="http://schemas.openxmlformats.org/officeDocument/2006/relationships/image" Target="../media/image10.svg"/><Relationship Id="rId55" Type="http://schemas.openxmlformats.org/officeDocument/2006/relationships/image" Target="../media/image11.png"/><Relationship Id="rId56" Type="http://schemas.openxmlformats.org/officeDocument/2006/relationships/image" Target="../media/image18.png"/><Relationship Id="rId57" Type="http://schemas.openxmlformats.org/officeDocument/2006/relationships/image" Target="../media/image18.png"/><Relationship Id="rId58" Type="http://schemas.openxmlformats.org/officeDocument/2006/relationships/image" Target="../media/image18.png"/><Relationship Id="rId59" Type="http://schemas.openxmlformats.org/officeDocument/2006/relationships/image" Target="../media/image18.png"/><Relationship Id="rId60" Type="http://schemas.openxmlformats.org/officeDocument/2006/relationships/image" Target="../media/image18.png"/><Relationship Id="rId61" Type="http://schemas.openxmlformats.org/officeDocument/2006/relationships/image" Target="../media/image18.png"/><Relationship Id="rId62" Type="http://schemas.openxmlformats.org/officeDocument/2006/relationships/slideLayout" Target="../slideLayouts/slideLayout9.xml"/><Relationship Id="rId6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2.png"/><Relationship Id="rId3" Type="http://schemas.openxmlformats.org/officeDocument/2006/relationships/image" Target="../media/image13.svg"/><Relationship Id="rId4" Type="http://schemas.openxmlformats.org/officeDocument/2006/relationships/image" Target="../media/image12.png"/><Relationship Id="rId5" Type="http://schemas.openxmlformats.org/officeDocument/2006/relationships/image" Target="../media/image13.svg"/><Relationship Id="rId6" Type="http://schemas.openxmlformats.org/officeDocument/2006/relationships/image" Target="../media/image14.png"/><Relationship Id="rId7" Type="http://schemas.openxmlformats.org/officeDocument/2006/relationships/image" Target="../media/image15.svg"/><Relationship Id="rId8" Type="http://schemas.openxmlformats.org/officeDocument/2006/relationships/image" Target="../media/image16.png"/><Relationship Id="rId9" Type="http://schemas.openxmlformats.org/officeDocument/2006/relationships/image" Target="../media/image17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.png"/><Relationship Id="rId6" Type="http://schemas.openxmlformats.org/officeDocument/2006/relationships/image" Target="../media/image12.png"/><Relationship Id="rId7" Type="http://schemas.openxmlformats.org/officeDocument/2006/relationships/image" Target="../media/image13.svg"/><Relationship Id="rId8" Type="http://schemas.openxmlformats.org/officeDocument/2006/relationships/image" Target="../media/image12.png"/><Relationship Id="rId9" Type="http://schemas.openxmlformats.org/officeDocument/2006/relationships/image" Target="../media/image13.svg"/><Relationship Id="rId10" Type="http://schemas.openxmlformats.org/officeDocument/2006/relationships/image" Target="../media/image18.png"/><Relationship Id="rId11" Type="http://schemas.openxmlformats.org/officeDocument/2006/relationships/image" Target="../media/image18.png"/><Relationship Id="rId12" Type="http://schemas.openxmlformats.org/officeDocument/2006/relationships/slideLayout" Target="../slideLayouts/slideLayout9.xml"/><Relationship Id="rId1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image" Target="../media/image3.png"/><Relationship Id="rId12" Type="http://schemas.openxmlformats.org/officeDocument/2006/relationships/image" Target="../media/image4.svg"/><Relationship Id="rId13" Type="http://schemas.openxmlformats.org/officeDocument/2006/relationships/image" Target="../media/image3.png"/><Relationship Id="rId14" Type="http://schemas.openxmlformats.org/officeDocument/2006/relationships/image" Target="../media/image4.svg"/><Relationship Id="rId15" Type="http://schemas.openxmlformats.org/officeDocument/2006/relationships/image" Target="../media/image5.png"/><Relationship Id="rId16" Type="http://schemas.openxmlformats.org/officeDocument/2006/relationships/image" Target="../media/image6.svg"/><Relationship Id="rId17" Type="http://schemas.openxmlformats.org/officeDocument/2006/relationships/image" Target="../media/image7.png"/><Relationship Id="rId18" Type="http://schemas.openxmlformats.org/officeDocument/2006/relationships/image" Target="../media/image8.svg"/><Relationship Id="rId19" Type="http://schemas.openxmlformats.org/officeDocument/2006/relationships/image" Target="../media/image5.png"/><Relationship Id="rId20" Type="http://schemas.openxmlformats.org/officeDocument/2006/relationships/image" Target="../media/image6.svg"/><Relationship Id="rId21" Type="http://schemas.openxmlformats.org/officeDocument/2006/relationships/image" Target="../media/image7.png"/><Relationship Id="rId22" Type="http://schemas.openxmlformats.org/officeDocument/2006/relationships/image" Target="../media/image8.svg"/><Relationship Id="rId23" Type="http://schemas.openxmlformats.org/officeDocument/2006/relationships/image" Target="../media/image5.png"/><Relationship Id="rId24" Type="http://schemas.openxmlformats.org/officeDocument/2006/relationships/image" Target="../media/image6.svg"/><Relationship Id="rId25" Type="http://schemas.openxmlformats.org/officeDocument/2006/relationships/image" Target="../media/image7.png"/><Relationship Id="rId26" Type="http://schemas.openxmlformats.org/officeDocument/2006/relationships/image" Target="../media/image8.svg"/><Relationship Id="rId27" Type="http://schemas.openxmlformats.org/officeDocument/2006/relationships/image" Target="../media/image5.png"/><Relationship Id="rId28" Type="http://schemas.openxmlformats.org/officeDocument/2006/relationships/image" Target="../media/image6.svg"/><Relationship Id="rId29" Type="http://schemas.openxmlformats.org/officeDocument/2006/relationships/image" Target="../media/image7.png"/><Relationship Id="rId30" Type="http://schemas.openxmlformats.org/officeDocument/2006/relationships/image" Target="../media/image8.svg"/><Relationship Id="rId31" Type="http://schemas.openxmlformats.org/officeDocument/2006/relationships/image" Target="../media/image5.png"/><Relationship Id="rId32" Type="http://schemas.openxmlformats.org/officeDocument/2006/relationships/image" Target="../media/image6.svg"/><Relationship Id="rId33" Type="http://schemas.openxmlformats.org/officeDocument/2006/relationships/image" Target="../media/image7.png"/><Relationship Id="rId34" Type="http://schemas.openxmlformats.org/officeDocument/2006/relationships/image" Target="../media/image8.svg"/><Relationship Id="rId35" Type="http://schemas.openxmlformats.org/officeDocument/2006/relationships/image" Target="../media/image5.png"/><Relationship Id="rId36" Type="http://schemas.openxmlformats.org/officeDocument/2006/relationships/image" Target="../media/image6.svg"/><Relationship Id="rId37" Type="http://schemas.openxmlformats.org/officeDocument/2006/relationships/image" Target="../media/image7.png"/><Relationship Id="rId38" Type="http://schemas.openxmlformats.org/officeDocument/2006/relationships/image" Target="../media/image8.svg"/><Relationship Id="rId39" Type="http://schemas.openxmlformats.org/officeDocument/2006/relationships/image" Target="../media/image1.png"/><Relationship Id="rId40" Type="http://schemas.openxmlformats.org/officeDocument/2006/relationships/image" Target="../media/image2.png"/><Relationship Id="rId41" Type="http://schemas.openxmlformats.org/officeDocument/2006/relationships/image" Target="../media/image19.png"/><Relationship Id="rId42" Type="http://schemas.openxmlformats.org/officeDocument/2006/relationships/image" Target="../media/image9.png"/><Relationship Id="rId43" Type="http://schemas.openxmlformats.org/officeDocument/2006/relationships/image" Target="../media/image10.svg"/><Relationship Id="rId44" Type="http://schemas.openxmlformats.org/officeDocument/2006/relationships/image" Target="../media/image11.png"/><Relationship Id="rId45" Type="http://schemas.openxmlformats.org/officeDocument/2006/relationships/image" Target="../media/image9.png"/><Relationship Id="rId46" Type="http://schemas.openxmlformats.org/officeDocument/2006/relationships/image" Target="../media/image10.svg"/><Relationship Id="rId47" Type="http://schemas.openxmlformats.org/officeDocument/2006/relationships/image" Target="../media/image11.png"/><Relationship Id="rId48" Type="http://schemas.openxmlformats.org/officeDocument/2006/relationships/image" Target="../media/image9.png"/><Relationship Id="rId49" Type="http://schemas.openxmlformats.org/officeDocument/2006/relationships/image" Target="../media/image10.svg"/><Relationship Id="rId50" Type="http://schemas.openxmlformats.org/officeDocument/2006/relationships/image" Target="../media/image11.png"/><Relationship Id="rId51" Type="http://schemas.openxmlformats.org/officeDocument/2006/relationships/image" Target="../media/image12.png"/><Relationship Id="rId52" Type="http://schemas.openxmlformats.org/officeDocument/2006/relationships/image" Target="../media/image13.svg"/><Relationship Id="rId53" Type="http://schemas.openxmlformats.org/officeDocument/2006/relationships/image" Target="../media/image9.png"/><Relationship Id="rId54" Type="http://schemas.openxmlformats.org/officeDocument/2006/relationships/image" Target="../media/image10.svg"/><Relationship Id="rId55" Type="http://schemas.openxmlformats.org/officeDocument/2006/relationships/image" Target="../media/image11.png"/><Relationship Id="rId56" Type="http://schemas.openxmlformats.org/officeDocument/2006/relationships/image" Target="../media/image9.png"/><Relationship Id="rId57" Type="http://schemas.openxmlformats.org/officeDocument/2006/relationships/image" Target="../media/image10.svg"/><Relationship Id="rId58" Type="http://schemas.openxmlformats.org/officeDocument/2006/relationships/slideLayout" Target="../slideLayouts/slideLayout8.xml"/><Relationship Id="rId59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3.png"/><Relationship Id="rId8" Type="http://schemas.openxmlformats.org/officeDocument/2006/relationships/image" Target="../media/image4.svg"/><Relationship Id="rId9" Type="http://schemas.openxmlformats.org/officeDocument/2006/relationships/image" Target="../media/image3.png"/><Relationship Id="rId10" Type="http://schemas.openxmlformats.org/officeDocument/2006/relationships/image" Target="../media/image4.svg"/><Relationship Id="rId11" Type="http://schemas.openxmlformats.org/officeDocument/2006/relationships/image" Target="../media/image3.png"/><Relationship Id="rId12" Type="http://schemas.openxmlformats.org/officeDocument/2006/relationships/image" Target="../media/image4.svg"/><Relationship Id="rId13" Type="http://schemas.openxmlformats.org/officeDocument/2006/relationships/image" Target="../media/image5.png"/><Relationship Id="rId14" Type="http://schemas.openxmlformats.org/officeDocument/2006/relationships/image" Target="../media/image6.svg"/><Relationship Id="rId15" Type="http://schemas.openxmlformats.org/officeDocument/2006/relationships/image" Target="../media/image7.png"/><Relationship Id="rId16" Type="http://schemas.openxmlformats.org/officeDocument/2006/relationships/image" Target="../media/image8.svg"/><Relationship Id="rId17" Type="http://schemas.openxmlformats.org/officeDocument/2006/relationships/image" Target="../media/image5.png"/><Relationship Id="rId18" Type="http://schemas.openxmlformats.org/officeDocument/2006/relationships/image" Target="../media/image6.svg"/><Relationship Id="rId19" Type="http://schemas.openxmlformats.org/officeDocument/2006/relationships/image" Target="../media/image7.png"/><Relationship Id="rId20" Type="http://schemas.openxmlformats.org/officeDocument/2006/relationships/image" Target="../media/image8.svg"/><Relationship Id="rId21" Type="http://schemas.openxmlformats.org/officeDocument/2006/relationships/image" Target="../media/image5.png"/><Relationship Id="rId22" Type="http://schemas.openxmlformats.org/officeDocument/2006/relationships/image" Target="../media/image6.svg"/><Relationship Id="rId23" Type="http://schemas.openxmlformats.org/officeDocument/2006/relationships/image" Target="../media/image7.png"/><Relationship Id="rId24" Type="http://schemas.openxmlformats.org/officeDocument/2006/relationships/image" Target="../media/image8.svg"/><Relationship Id="rId25" Type="http://schemas.openxmlformats.org/officeDocument/2006/relationships/image" Target="../media/image1.png"/><Relationship Id="rId26" Type="http://schemas.openxmlformats.org/officeDocument/2006/relationships/image" Target="../media/image2.png"/><Relationship Id="rId27" Type="http://schemas.openxmlformats.org/officeDocument/2006/relationships/image" Target="../media/image19.png"/><Relationship Id="rId28" Type="http://schemas.openxmlformats.org/officeDocument/2006/relationships/image" Target="../media/image9.png"/><Relationship Id="rId29" Type="http://schemas.openxmlformats.org/officeDocument/2006/relationships/image" Target="../media/image10.svg"/><Relationship Id="rId30" Type="http://schemas.openxmlformats.org/officeDocument/2006/relationships/image" Target="../media/image9.png"/><Relationship Id="rId31" Type="http://schemas.openxmlformats.org/officeDocument/2006/relationships/image" Target="../media/image10.svg"/><Relationship Id="rId32" Type="http://schemas.openxmlformats.org/officeDocument/2006/relationships/image" Target="../media/image11.png"/><Relationship Id="rId33" Type="http://schemas.openxmlformats.org/officeDocument/2006/relationships/image" Target="../media/image11.png"/><Relationship Id="rId34" Type="http://schemas.openxmlformats.org/officeDocument/2006/relationships/image" Target="../media/image9.png"/><Relationship Id="rId35" Type="http://schemas.openxmlformats.org/officeDocument/2006/relationships/image" Target="../media/image10.svg"/><Relationship Id="rId36" Type="http://schemas.openxmlformats.org/officeDocument/2006/relationships/image" Target="../media/image2.png"/><Relationship Id="rId37" Type="http://schemas.openxmlformats.org/officeDocument/2006/relationships/slideLayout" Target="../slideLayouts/slideLayout9.xml"/><Relationship Id="rId38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14.png"/><Relationship Id="rId4" Type="http://schemas.openxmlformats.org/officeDocument/2006/relationships/image" Target="../media/image15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19.png"/><Relationship Id="rId10" Type="http://schemas.openxmlformats.org/officeDocument/2006/relationships/image" Target="../media/image2.png"/><Relationship Id="rId11" Type="http://schemas.openxmlformats.org/officeDocument/2006/relationships/image" Target="../media/image3.png"/><Relationship Id="rId12" Type="http://schemas.openxmlformats.org/officeDocument/2006/relationships/image" Target="../media/image4.svg"/><Relationship Id="rId13" Type="http://schemas.openxmlformats.org/officeDocument/2006/relationships/image" Target="../media/image3.png"/><Relationship Id="rId14" Type="http://schemas.openxmlformats.org/officeDocument/2006/relationships/image" Target="../media/image4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3.png"/><Relationship Id="rId18" Type="http://schemas.openxmlformats.org/officeDocument/2006/relationships/image" Target="../media/image4.svg"/><Relationship Id="rId19" Type="http://schemas.openxmlformats.org/officeDocument/2006/relationships/image" Target="../media/image5.png"/><Relationship Id="rId20" Type="http://schemas.openxmlformats.org/officeDocument/2006/relationships/image" Target="../media/image6.svg"/><Relationship Id="rId21" Type="http://schemas.openxmlformats.org/officeDocument/2006/relationships/image" Target="../media/image7.png"/><Relationship Id="rId22" Type="http://schemas.openxmlformats.org/officeDocument/2006/relationships/image" Target="../media/image8.svg"/><Relationship Id="rId23" Type="http://schemas.openxmlformats.org/officeDocument/2006/relationships/image" Target="../media/image5.png"/><Relationship Id="rId24" Type="http://schemas.openxmlformats.org/officeDocument/2006/relationships/image" Target="../media/image6.svg"/><Relationship Id="rId25" Type="http://schemas.openxmlformats.org/officeDocument/2006/relationships/image" Target="../media/image7.png"/><Relationship Id="rId26" Type="http://schemas.openxmlformats.org/officeDocument/2006/relationships/image" Target="../media/image8.svg"/><Relationship Id="rId27" Type="http://schemas.openxmlformats.org/officeDocument/2006/relationships/image" Target="../media/image5.png"/><Relationship Id="rId28" Type="http://schemas.openxmlformats.org/officeDocument/2006/relationships/image" Target="../media/image6.svg"/><Relationship Id="rId29" Type="http://schemas.openxmlformats.org/officeDocument/2006/relationships/image" Target="../media/image7.png"/><Relationship Id="rId30" Type="http://schemas.openxmlformats.org/officeDocument/2006/relationships/image" Target="../media/image8.svg"/><Relationship Id="rId31" Type="http://schemas.openxmlformats.org/officeDocument/2006/relationships/image" Target="../media/image5.png"/><Relationship Id="rId32" Type="http://schemas.openxmlformats.org/officeDocument/2006/relationships/image" Target="../media/image6.svg"/><Relationship Id="rId33" Type="http://schemas.openxmlformats.org/officeDocument/2006/relationships/image" Target="../media/image7.png"/><Relationship Id="rId34" Type="http://schemas.openxmlformats.org/officeDocument/2006/relationships/image" Target="../media/image8.svg"/><Relationship Id="rId35" Type="http://schemas.openxmlformats.org/officeDocument/2006/relationships/image" Target="../media/image5.png"/><Relationship Id="rId36" Type="http://schemas.openxmlformats.org/officeDocument/2006/relationships/image" Target="../media/image6.svg"/><Relationship Id="rId37" Type="http://schemas.openxmlformats.org/officeDocument/2006/relationships/image" Target="../media/image7.png"/><Relationship Id="rId38" Type="http://schemas.openxmlformats.org/officeDocument/2006/relationships/image" Target="../media/image8.svg"/><Relationship Id="rId39" Type="http://schemas.openxmlformats.org/officeDocument/2006/relationships/image" Target="../media/image5.png"/><Relationship Id="rId40" Type="http://schemas.openxmlformats.org/officeDocument/2006/relationships/image" Target="../media/image6.svg"/><Relationship Id="rId41" Type="http://schemas.openxmlformats.org/officeDocument/2006/relationships/image" Target="../media/image7.png"/><Relationship Id="rId42" Type="http://schemas.openxmlformats.org/officeDocument/2006/relationships/image" Target="../media/image8.svg"/><Relationship Id="rId43" Type="http://schemas.openxmlformats.org/officeDocument/2006/relationships/image" Target="../media/image9.png"/><Relationship Id="rId44" Type="http://schemas.openxmlformats.org/officeDocument/2006/relationships/image" Target="../media/image10.svg"/><Relationship Id="rId45" Type="http://schemas.openxmlformats.org/officeDocument/2006/relationships/image" Target="../media/image9.png"/><Relationship Id="rId46" Type="http://schemas.openxmlformats.org/officeDocument/2006/relationships/image" Target="../media/image10.svg"/><Relationship Id="rId47" Type="http://schemas.openxmlformats.org/officeDocument/2006/relationships/image" Target="../media/image11.png"/><Relationship Id="rId48" Type="http://schemas.openxmlformats.org/officeDocument/2006/relationships/image" Target="../media/image9.png"/><Relationship Id="rId49" Type="http://schemas.openxmlformats.org/officeDocument/2006/relationships/image" Target="../media/image10.svg"/><Relationship Id="rId50" Type="http://schemas.openxmlformats.org/officeDocument/2006/relationships/image" Target="../media/image9.png"/><Relationship Id="rId51" Type="http://schemas.openxmlformats.org/officeDocument/2006/relationships/image" Target="../media/image10.svg"/><Relationship Id="rId52" Type="http://schemas.openxmlformats.org/officeDocument/2006/relationships/image" Target="../media/image11.png"/><Relationship Id="rId53" Type="http://schemas.openxmlformats.org/officeDocument/2006/relationships/image" Target="../media/image9.png"/><Relationship Id="rId54" Type="http://schemas.openxmlformats.org/officeDocument/2006/relationships/image" Target="../media/image10.svg"/><Relationship Id="rId55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.png"/><Relationship Id="rId6" Type="http://schemas.openxmlformats.org/officeDocument/2006/relationships/image" Target="../media/image2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svg"/><Relationship Id="rId10" Type="http://schemas.openxmlformats.org/officeDocument/2006/relationships/image" Target="../media/image3.png"/><Relationship Id="rId11" Type="http://schemas.openxmlformats.org/officeDocument/2006/relationships/image" Target="../media/image4.svg"/><Relationship Id="rId12" Type="http://schemas.openxmlformats.org/officeDocument/2006/relationships/image" Target="../media/image3.png"/><Relationship Id="rId13" Type="http://schemas.openxmlformats.org/officeDocument/2006/relationships/image" Target="../media/image4.svg"/><Relationship Id="rId14" Type="http://schemas.openxmlformats.org/officeDocument/2006/relationships/image" Target="../media/image3.png"/><Relationship Id="rId15" Type="http://schemas.openxmlformats.org/officeDocument/2006/relationships/image" Target="../media/image4.svg"/><Relationship Id="rId16" Type="http://schemas.openxmlformats.org/officeDocument/2006/relationships/image" Target="../media/image5.png"/><Relationship Id="rId17" Type="http://schemas.openxmlformats.org/officeDocument/2006/relationships/image" Target="../media/image6.svg"/><Relationship Id="rId18" Type="http://schemas.openxmlformats.org/officeDocument/2006/relationships/image" Target="../media/image7.png"/><Relationship Id="rId19" Type="http://schemas.openxmlformats.org/officeDocument/2006/relationships/image" Target="../media/image8.svg"/><Relationship Id="rId20" Type="http://schemas.openxmlformats.org/officeDocument/2006/relationships/image" Target="../media/image5.png"/><Relationship Id="rId21" Type="http://schemas.openxmlformats.org/officeDocument/2006/relationships/image" Target="../media/image6.svg"/><Relationship Id="rId22" Type="http://schemas.openxmlformats.org/officeDocument/2006/relationships/image" Target="../media/image7.png"/><Relationship Id="rId23" Type="http://schemas.openxmlformats.org/officeDocument/2006/relationships/image" Target="../media/image8.svg"/><Relationship Id="rId24" Type="http://schemas.openxmlformats.org/officeDocument/2006/relationships/image" Target="../media/image5.png"/><Relationship Id="rId25" Type="http://schemas.openxmlformats.org/officeDocument/2006/relationships/image" Target="../media/image6.svg"/><Relationship Id="rId26" Type="http://schemas.openxmlformats.org/officeDocument/2006/relationships/image" Target="../media/image7.png"/><Relationship Id="rId27" Type="http://schemas.openxmlformats.org/officeDocument/2006/relationships/image" Target="../media/image8.svg"/><Relationship Id="rId28" Type="http://schemas.openxmlformats.org/officeDocument/2006/relationships/image" Target="../media/image5.png"/><Relationship Id="rId29" Type="http://schemas.openxmlformats.org/officeDocument/2006/relationships/image" Target="../media/image6.svg"/><Relationship Id="rId30" Type="http://schemas.openxmlformats.org/officeDocument/2006/relationships/image" Target="../media/image7.png"/><Relationship Id="rId31" Type="http://schemas.openxmlformats.org/officeDocument/2006/relationships/image" Target="../media/image8.svg"/><Relationship Id="rId32" Type="http://schemas.openxmlformats.org/officeDocument/2006/relationships/image" Target="../media/image5.png"/><Relationship Id="rId33" Type="http://schemas.openxmlformats.org/officeDocument/2006/relationships/image" Target="../media/image6.svg"/><Relationship Id="rId34" Type="http://schemas.openxmlformats.org/officeDocument/2006/relationships/image" Target="../media/image7.png"/><Relationship Id="rId35" Type="http://schemas.openxmlformats.org/officeDocument/2006/relationships/image" Target="../media/image8.svg"/><Relationship Id="rId36" Type="http://schemas.openxmlformats.org/officeDocument/2006/relationships/image" Target="../media/image5.png"/><Relationship Id="rId37" Type="http://schemas.openxmlformats.org/officeDocument/2006/relationships/image" Target="../media/image6.svg"/><Relationship Id="rId38" Type="http://schemas.openxmlformats.org/officeDocument/2006/relationships/image" Target="../media/image7.png"/><Relationship Id="rId39" Type="http://schemas.openxmlformats.org/officeDocument/2006/relationships/image" Target="../media/image8.svg"/><Relationship Id="rId40" Type="http://schemas.openxmlformats.org/officeDocument/2006/relationships/image" Target="../media/image9.png"/><Relationship Id="rId41" Type="http://schemas.openxmlformats.org/officeDocument/2006/relationships/image" Target="../media/image10.svg"/><Relationship Id="rId42" Type="http://schemas.openxmlformats.org/officeDocument/2006/relationships/image" Target="../media/image9.png"/><Relationship Id="rId43" Type="http://schemas.openxmlformats.org/officeDocument/2006/relationships/image" Target="../media/image10.svg"/><Relationship Id="rId44" Type="http://schemas.openxmlformats.org/officeDocument/2006/relationships/image" Target="../media/image11.png"/><Relationship Id="rId45" Type="http://schemas.openxmlformats.org/officeDocument/2006/relationships/image" Target="../media/image9.png"/><Relationship Id="rId46" Type="http://schemas.openxmlformats.org/officeDocument/2006/relationships/image" Target="../media/image10.svg"/><Relationship Id="rId47" Type="http://schemas.openxmlformats.org/officeDocument/2006/relationships/image" Target="../media/image9.png"/><Relationship Id="rId48" Type="http://schemas.openxmlformats.org/officeDocument/2006/relationships/image" Target="../media/image10.svg"/><Relationship Id="rId49" Type="http://schemas.openxmlformats.org/officeDocument/2006/relationships/image" Target="../media/image11.png"/><Relationship Id="rId50" Type="http://schemas.openxmlformats.org/officeDocument/2006/relationships/image" Target="../media/image9.png"/><Relationship Id="rId51" Type="http://schemas.openxmlformats.org/officeDocument/2006/relationships/image" Target="../media/image10.svg"/><Relationship Id="rId52" Type="http://schemas.openxmlformats.org/officeDocument/2006/relationships/image" Target="../media/image12.png"/><Relationship Id="rId53" Type="http://schemas.openxmlformats.org/officeDocument/2006/relationships/image" Target="../media/image13.svg"/><Relationship Id="rId54" Type="http://schemas.openxmlformats.org/officeDocument/2006/relationships/image" Target="../media/image12.png"/><Relationship Id="rId55" Type="http://schemas.openxmlformats.org/officeDocument/2006/relationships/image" Target="../media/image13.svg"/><Relationship Id="rId56" Type="http://schemas.openxmlformats.org/officeDocument/2006/relationships/image" Target="../media/image18.png"/><Relationship Id="rId57" Type="http://schemas.openxmlformats.org/officeDocument/2006/relationships/image" Target="../media/image18.png"/><Relationship Id="rId58" Type="http://schemas.openxmlformats.org/officeDocument/2006/relationships/slideLayout" Target="../slideLayouts/slideLayout9.xml"/><Relationship Id="rId59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9.png"/><Relationship Id="rId4" Type="http://schemas.openxmlformats.org/officeDocument/2006/relationships/image" Target="../media/image10.sv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10.svg"/><Relationship Id="rId8" Type="http://schemas.openxmlformats.org/officeDocument/2006/relationships/image" Target="../media/image16.png"/><Relationship Id="rId9" Type="http://schemas.openxmlformats.org/officeDocument/2006/relationships/image" Target="../media/image17.svg"/><Relationship Id="rId10" Type="http://schemas.openxmlformats.org/officeDocument/2006/relationships/image" Target="../media/image16.png"/><Relationship Id="rId11" Type="http://schemas.openxmlformats.org/officeDocument/2006/relationships/image" Target="../media/image17.svg"/><Relationship Id="rId12" Type="http://schemas.openxmlformats.org/officeDocument/2006/relationships/image" Target="../media/image16.png"/><Relationship Id="rId13" Type="http://schemas.openxmlformats.org/officeDocument/2006/relationships/image" Target="../media/image17.svg"/><Relationship Id="rId14" Type="http://schemas.openxmlformats.org/officeDocument/2006/relationships/image" Target="../media/image18.png"/><Relationship Id="rId15" Type="http://schemas.openxmlformats.org/officeDocument/2006/relationships/image" Target="../media/image12.png"/><Relationship Id="rId16" Type="http://schemas.openxmlformats.org/officeDocument/2006/relationships/image" Target="../media/image13.svg"/><Relationship Id="rId17" Type="http://schemas.openxmlformats.org/officeDocument/2006/relationships/slideLayout" Target="../slideLayouts/slideLayout9.xml"/><Relationship Id="rId18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9.png"/><Relationship Id="rId8" Type="http://schemas.openxmlformats.org/officeDocument/2006/relationships/image" Target="../media/image10.svg"/><Relationship Id="rId9" Type="http://schemas.openxmlformats.org/officeDocument/2006/relationships/image" Target="../media/image16.png"/><Relationship Id="rId10" Type="http://schemas.openxmlformats.org/officeDocument/2006/relationships/image" Target="../media/image17.svg"/><Relationship Id="rId11" Type="http://schemas.openxmlformats.org/officeDocument/2006/relationships/image" Target="../media/image16.png"/><Relationship Id="rId12" Type="http://schemas.openxmlformats.org/officeDocument/2006/relationships/image" Target="../media/image17.svg"/><Relationship Id="rId13" Type="http://schemas.openxmlformats.org/officeDocument/2006/relationships/image" Target="../media/image16.png"/><Relationship Id="rId14" Type="http://schemas.openxmlformats.org/officeDocument/2006/relationships/image" Target="../media/image17.svg"/><Relationship Id="rId15" Type="http://schemas.openxmlformats.org/officeDocument/2006/relationships/image" Target="../media/image18.png"/><Relationship Id="rId16" Type="http://schemas.openxmlformats.org/officeDocument/2006/relationships/image" Target="../media/image18.png"/><Relationship Id="rId17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svg"/><Relationship Id="rId3" Type="http://schemas.openxmlformats.org/officeDocument/2006/relationships/image" Target="../media/image3.png"/><Relationship Id="rId4" Type="http://schemas.openxmlformats.org/officeDocument/2006/relationships/image" Target="../media/image4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.png"/><Relationship Id="rId8" Type="http://schemas.openxmlformats.org/officeDocument/2006/relationships/image" Target="../media/image9.png"/><Relationship Id="rId9" Type="http://schemas.openxmlformats.org/officeDocument/2006/relationships/image" Target="../media/image10.svg"/><Relationship Id="rId10" Type="http://schemas.openxmlformats.org/officeDocument/2006/relationships/image" Target="../media/image16.png"/><Relationship Id="rId11" Type="http://schemas.openxmlformats.org/officeDocument/2006/relationships/image" Target="../media/image17.svg"/><Relationship Id="rId12" Type="http://schemas.openxmlformats.org/officeDocument/2006/relationships/image" Target="../media/image16.png"/><Relationship Id="rId13" Type="http://schemas.openxmlformats.org/officeDocument/2006/relationships/image" Target="../media/image17.svg"/><Relationship Id="rId14" Type="http://schemas.openxmlformats.org/officeDocument/2006/relationships/image" Target="../media/image16.png"/><Relationship Id="rId15" Type="http://schemas.openxmlformats.org/officeDocument/2006/relationships/image" Target="../media/image17.svg"/><Relationship Id="rId16" Type="http://schemas.openxmlformats.org/officeDocument/2006/relationships/image" Target="../media/image18.png"/><Relationship Id="rId17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8.png"/><Relationship Id="rId8" Type="http://schemas.openxmlformats.org/officeDocument/2006/relationships/image" Target="../media/image19.png"/><Relationship Id="rId9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2.png"/><Relationship Id="rId4" Type="http://schemas.openxmlformats.org/officeDocument/2006/relationships/image" Target="../media/image13.svg"/><Relationship Id="rId5" Type="http://schemas.openxmlformats.org/officeDocument/2006/relationships/image" Target="../media/image9.png"/><Relationship Id="rId6" Type="http://schemas.openxmlformats.org/officeDocument/2006/relationships/image" Target="../media/image10.svg"/><Relationship Id="rId7" Type="http://schemas.openxmlformats.org/officeDocument/2006/relationships/image" Target="../media/image18.png"/><Relationship Id="rId8" Type="http://schemas.openxmlformats.org/officeDocument/2006/relationships/image" Target="../media/image1.png"/><Relationship Id="rId9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18.png"/><Relationship Id="rId8" Type="http://schemas.openxmlformats.org/officeDocument/2006/relationships/image" Target="../media/image16.png"/><Relationship Id="rId9" Type="http://schemas.openxmlformats.org/officeDocument/2006/relationships/image" Target="../media/image17.svg"/><Relationship Id="rId10" Type="http://schemas.openxmlformats.org/officeDocument/2006/relationships/image" Target="../media/image12.png"/><Relationship Id="rId11" Type="http://schemas.openxmlformats.org/officeDocument/2006/relationships/image" Target="../media/image13.svg"/><Relationship Id="rId12" Type="http://schemas.openxmlformats.org/officeDocument/2006/relationships/image" Target="../media/image9.png"/><Relationship Id="rId13" Type="http://schemas.openxmlformats.org/officeDocument/2006/relationships/image" Target="../media/image10.svg"/><Relationship Id="rId14" Type="http://schemas.openxmlformats.org/officeDocument/2006/relationships/image" Target="../media/image18.png"/><Relationship Id="rId15" Type="http://schemas.openxmlformats.org/officeDocument/2006/relationships/image" Target="../media/image1.png"/><Relationship Id="rId16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svg"/><Relationship Id="rId3" Type="http://schemas.openxmlformats.org/officeDocument/2006/relationships/image" Target="../media/image16.png"/><Relationship Id="rId4" Type="http://schemas.openxmlformats.org/officeDocument/2006/relationships/image" Target="../media/image17.svg"/><Relationship Id="rId5" Type="http://schemas.openxmlformats.org/officeDocument/2006/relationships/image" Target="../media/image16.png"/><Relationship Id="rId6" Type="http://schemas.openxmlformats.org/officeDocument/2006/relationships/image" Target="../media/image17.svg"/><Relationship Id="rId7" Type="http://schemas.openxmlformats.org/officeDocument/2006/relationships/image" Target="../media/image18.png"/><Relationship Id="rId8" Type="http://schemas.openxmlformats.org/officeDocument/2006/relationships/image" Target="../media/image16.png"/><Relationship Id="rId9" Type="http://schemas.openxmlformats.org/officeDocument/2006/relationships/image" Target="../media/image17.svg"/><Relationship Id="rId10" Type="http://schemas.openxmlformats.org/officeDocument/2006/relationships/image" Target="../media/image12.png"/><Relationship Id="rId11" Type="http://schemas.openxmlformats.org/officeDocument/2006/relationships/image" Target="../media/image13.svg"/><Relationship Id="rId12" Type="http://schemas.openxmlformats.org/officeDocument/2006/relationships/image" Target="../media/image9.png"/><Relationship Id="rId13" Type="http://schemas.openxmlformats.org/officeDocument/2006/relationships/image" Target="../media/image10.svg"/><Relationship Id="rId14" Type="http://schemas.openxmlformats.org/officeDocument/2006/relationships/image" Target="../media/image18.png"/><Relationship Id="rId15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TextBox 71"/>
          <p:cNvSpPr/>
          <p:nvPr/>
        </p:nvSpPr>
        <p:spPr>
          <a:xfrm>
            <a:off x="4021200" y="3364200"/>
            <a:ext cx="5868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9" name="Graphic 268"/>
          <p:cNvPicPr/>
          <p:nvPr/>
        </p:nvPicPr>
        <p:blipFill>
          <a:blip r:embed="rId1"/>
          <a:srcRect l="0" t="19756" r="0" b="39177"/>
          <a:stretch/>
        </p:blipFill>
        <p:spPr>
          <a:xfrm>
            <a:off x="3947760" y="491544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0" name="Graphic 298"/>
          <p:cNvPicPr/>
          <p:nvPr/>
        </p:nvPicPr>
        <p:blipFill>
          <a:blip r:embed="rId2"/>
          <a:srcRect l="0" t="19756" r="0" b="39177"/>
          <a:stretch/>
        </p:blipFill>
        <p:spPr>
          <a:xfrm>
            <a:off x="3052440" y="217836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1" name="Connector: Elbow 385"/>
          <p:cNvCxnSpPr/>
          <p:nvPr/>
        </p:nvCxnSpPr>
        <p:spPr>
          <a:xfrm flipV="1" rot="16200000">
            <a:off x="1356840" y="4663800"/>
            <a:ext cx="4685400" cy="6120"/>
          </a:xfrm>
          <a:prstGeom prst="bentConnector3">
            <a:avLst>
              <a:gd name="adj1" fmla="val 45059"/>
            </a:avLst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72" name="TextBox 404"/>
          <p:cNvSpPr/>
          <p:nvPr/>
        </p:nvSpPr>
        <p:spPr>
          <a:xfrm>
            <a:off x="3079080" y="196056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 1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Switch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Box 406"/>
          <p:cNvSpPr/>
          <p:nvPr/>
        </p:nvSpPr>
        <p:spPr>
          <a:xfrm>
            <a:off x="3877920" y="469440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Competition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" name="Graphic 34"/>
          <p:cNvPicPr/>
          <p:nvPr/>
        </p:nvPicPr>
        <p:blipFill>
          <a:blip r:embed="rId3"/>
          <a:srcRect l="0" t="19756" r="0" b="39177"/>
          <a:stretch/>
        </p:blipFill>
        <p:spPr>
          <a:xfrm>
            <a:off x="2933280" y="707724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" name="TextBox 56"/>
          <p:cNvSpPr/>
          <p:nvPr/>
        </p:nvSpPr>
        <p:spPr>
          <a:xfrm>
            <a:off x="2940480" y="685044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 2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Switch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Box 57"/>
          <p:cNvSpPr/>
          <p:nvPr/>
        </p:nvSpPr>
        <p:spPr>
          <a:xfrm>
            <a:off x="2137680" y="708588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Identical to Platform 1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7" name="Group 1"/>
          <p:cNvGrpSpPr/>
          <p:nvPr/>
        </p:nvGrpSpPr>
        <p:grpSpPr>
          <a:xfrm>
            <a:off x="1969560" y="-6840"/>
            <a:ext cx="767880" cy="547200"/>
            <a:chOff x="1969560" y="-6840"/>
            <a:chExt cx="767880" cy="547200"/>
          </a:xfrm>
        </p:grpSpPr>
        <p:pic>
          <p:nvPicPr>
            <p:cNvPr id="78" name="Graphic 4" descr="Laptop"/>
            <p:cNvPicPr/>
            <p:nvPr/>
          </p:nvPicPr>
          <p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/>
          </p:blipFill>
          <p:spPr>
            <a:xfrm>
              <a:off x="2134800" y="-684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9" name="TextBox 7"/>
            <p:cNvSpPr/>
            <p:nvPr/>
          </p:nvSpPr>
          <p:spPr>
            <a:xfrm>
              <a:off x="1969560" y="292680"/>
              <a:ext cx="76788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Announcer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0" name="Group 35"/>
          <p:cNvGrpSpPr/>
          <p:nvPr/>
        </p:nvGrpSpPr>
        <p:grpSpPr>
          <a:xfrm>
            <a:off x="2134800" y="5131440"/>
            <a:ext cx="437040" cy="585720"/>
            <a:chOff x="2134800" y="5131440"/>
            <a:chExt cx="437040" cy="585720"/>
          </a:xfrm>
        </p:grpSpPr>
        <p:pic>
          <p:nvPicPr>
            <p:cNvPr id="81" name="Graphic 36" descr="Laptop"/>
            <p:cNvPicPr/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/>
          </p:blipFill>
          <p:spPr>
            <a:xfrm>
              <a:off x="2134800" y="513144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2" name="TextBox 37"/>
            <p:cNvSpPr/>
            <p:nvPr/>
          </p:nvSpPr>
          <p:spPr>
            <a:xfrm>
              <a:off x="2153880" y="5469480"/>
              <a:ext cx="39924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Jury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3" name="Rectangle 69"/>
          <p:cNvSpPr/>
          <p:nvPr/>
        </p:nvSpPr>
        <p:spPr>
          <a:xfrm>
            <a:off x="431640" y="5247000"/>
            <a:ext cx="340920" cy="219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84" name="Group 72"/>
          <p:cNvGrpSpPr/>
          <p:nvPr/>
        </p:nvGrpSpPr>
        <p:grpSpPr>
          <a:xfrm>
            <a:off x="13320" y="5130360"/>
            <a:ext cx="231480" cy="118080"/>
            <a:chOff x="13320" y="5130360"/>
            <a:chExt cx="231480" cy="118080"/>
          </a:xfrm>
        </p:grpSpPr>
        <p:sp>
          <p:nvSpPr>
            <p:cNvPr id="85" name="Rectangle 81"/>
            <p:cNvSpPr/>
            <p:nvPr/>
          </p:nvSpPr>
          <p:spPr>
            <a:xfrm>
              <a:off x="13320" y="513288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86" name="Graphic 82" descr="Close with solid fill"/>
            <p:cNvPicPr/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/>
          </p:blipFill>
          <p:spPr>
            <a:xfrm>
              <a:off x="122760" y="51328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87" name="Graphic 83" descr="Checkmark with solid fill"/>
            <p:cNvPicPr/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/>
          </p:blipFill>
          <p:spPr>
            <a:xfrm>
              <a:off x="31320" y="513036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88" name="Group 85"/>
          <p:cNvGrpSpPr/>
          <p:nvPr/>
        </p:nvGrpSpPr>
        <p:grpSpPr>
          <a:xfrm>
            <a:off x="13320" y="5282640"/>
            <a:ext cx="231480" cy="118080"/>
            <a:chOff x="13320" y="5282640"/>
            <a:chExt cx="231480" cy="118080"/>
          </a:xfrm>
        </p:grpSpPr>
        <p:sp>
          <p:nvSpPr>
            <p:cNvPr id="89" name="Rectangle 86"/>
            <p:cNvSpPr/>
            <p:nvPr/>
          </p:nvSpPr>
          <p:spPr>
            <a:xfrm>
              <a:off x="13320" y="528516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90" name="Graphic 87" descr="Close with solid fill"/>
            <p:cNvPicPr/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/>
          </p:blipFill>
          <p:spPr>
            <a:xfrm>
              <a:off x="122760" y="528516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1" name="Graphic 89" descr="Checkmark with solid fill"/>
            <p:cNvPicPr/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/>
          </p:blipFill>
          <p:spPr>
            <a:xfrm>
              <a:off x="31320" y="52826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92" name="Group 90"/>
          <p:cNvGrpSpPr/>
          <p:nvPr/>
        </p:nvGrpSpPr>
        <p:grpSpPr>
          <a:xfrm>
            <a:off x="13320" y="5434920"/>
            <a:ext cx="231480" cy="118080"/>
            <a:chOff x="13320" y="5434920"/>
            <a:chExt cx="231480" cy="118080"/>
          </a:xfrm>
        </p:grpSpPr>
        <p:sp>
          <p:nvSpPr>
            <p:cNvPr id="93" name="Rectangle 92"/>
            <p:cNvSpPr/>
            <p:nvPr/>
          </p:nvSpPr>
          <p:spPr>
            <a:xfrm>
              <a:off x="13320" y="543744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94" name="Graphic 93" descr="Close with solid fill"/>
            <p:cNvPicPr/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/>
          </p:blipFill>
          <p:spPr>
            <a:xfrm>
              <a:off x="122760" y="54374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95" name="Graphic 94" descr="Checkmark with solid fill"/>
            <p:cNvPicPr/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/>
          </p:blipFill>
          <p:spPr>
            <a:xfrm>
              <a:off x="31320" y="543492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96" name="TextBox 95"/>
          <p:cNvSpPr/>
          <p:nvPr/>
        </p:nvSpPr>
        <p:spPr>
          <a:xfrm>
            <a:off x="366480" y="5472000"/>
            <a:ext cx="469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Jury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7" name="Connector: Elbow 99"/>
          <p:cNvCxnSpPr>
            <a:stCxn id="98" idx="3"/>
            <a:endCxn id="78" idx="1"/>
          </p:cNvCxnSpPr>
          <p:nvPr/>
        </p:nvCxnSpPr>
        <p:spPr>
          <a:xfrm>
            <a:off x="847800" y="220680"/>
            <a:ext cx="1287360" cy="720"/>
          </a:xfrm>
          <a:prstGeom prst="bentConnector3">
            <a:avLst>
              <a:gd name="adj1" fmla="val 50013"/>
            </a:avLst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99" name="Straight Arrow Connector 101"/>
          <p:cNvCxnSpPr>
            <a:stCxn id="81" idx="1"/>
            <a:endCxn id="83" idx="3"/>
          </p:cNvCxnSpPr>
          <p:nvPr/>
        </p:nvCxnSpPr>
        <p:spPr>
          <a:xfrm flipH="1" flipV="1">
            <a:off x="772560" y="5357160"/>
            <a:ext cx="1362600" cy="252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100" name="TextBox 102"/>
          <p:cNvSpPr/>
          <p:nvPr/>
        </p:nvSpPr>
        <p:spPr>
          <a:xfrm>
            <a:off x="1723680" y="4572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Box 105"/>
          <p:cNvSpPr/>
          <p:nvPr/>
        </p:nvSpPr>
        <p:spPr>
          <a:xfrm>
            <a:off x="1745640" y="519228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02" name="Straight Connector 106"/>
          <p:cNvCxnSpPr/>
          <p:nvPr/>
        </p:nvCxnSpPr>
        <p:spPr>
          <a:xfrm>
            <a:off x="3115080" y="220680"/>
            <a:ext cx="360" cy="5171040"/>
          </a:xfrm>
          <a:prstGeom prst="straightConnector1">
            <a:avLst/>
          </a:prstGeom>
          <a:ln w="15875">
            <a:solidFill>
              <a:srgbClr val="ED7D31"/>
            </a:solidFill>
          </a:ln>
        </p:spPr>
      </p:cxnSp>
      <p:cxnSp>
        <p:nvCxnSpPr>
          <p:cNvPr id="103" name="Straight Arrow Connector 107"/>
          <p:cNvCxnSpPr>
            <a:endCxn id="78" idx="3"/>
          </p:cNvCxnSpPr>
          <p:nvPr/>
        </p:nvCxnSpPr>
        <p:spPr>
          <a:xfrm flipH="1">
            <a:off x="2571840" y="221040"/>
            <a:ext cx="54360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grpSp>
        <p:nvGrpSpPr>
          <p:cNvPr id="104" name="Group 46"/>
          <p:cNvGrpSpPr/>
          <p:nvPr/>
        </p:nvGrpSpPr>
        <p:grpSpPr>
          <a:xfrm>
            <a:off x="27720" y="2081160"/>
            <a:ext cx="3087360" cy="756000"/>
            <a:chOff x="27720" y="2081160"/>
            <a:chExt cx="3087360" cy="756000"/>
          </a:xfrm>
        </p:grpSpPr>
        <p:grpSp>
          <p:nvGrpSpPr>
            <p:cNvPr id="105" name="Group 30"/>
            <p:cNvGrpSpPr/>
            <p:nvPr/>
          </p:nvGrpSpPr>
          <p:grpSpPr>
            <a:xfrm>
              <a:off x="1740240" y="2089440"/>
              <a:ext cx="1242360" cy="561240"/>
              <a:chOff x="1740240" y="2089440"/>
              <a:chExt cx="1242360" cy="561240"/>
            </a:xfrm>
          </p:grpSpPr>
          <p:pic>
            <p:nvPicPr>
              <p:cNvPr id="106" name="Graphic 32" descr="Laptop"/>
              <p:cNvPicPr/>
              <p:nvPr/>
            </p:nvPicPr>
            <p:blipFill>
              <a:blip r:embed="rId20">
                <a:extLst>
                  <a:ext uri="{96DAC541-7B7A-43D3-8B79-37D633B846F1}">
                    <asvg:svgBlip xmlns:asvg="http://schemas.microsoft.com/office/drawing/2016/SVG/main" r:embed="rId21"/>
                  </a:ext>
                </a:extLst>
              </a:blip>
              <a:stretch/>
            </p:blipFill>
            <p:spPr>
              <a:xfrm>
                <a:off x="2134800" y="2089440"/>
                <a:ext cx="437040" cy="4557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sp>
            <p:nvSpPr>
              <p:cNvPr id="107" name="TextBox 33"/>
              <p:cNvSpPr/>
              <p:nvPr/>
            </p:nvSpPr>
            <p:spPr>
              <a:xfrm>
                <a:off x="1740240" y="2403000"/>
                <a:ext cx="1242360" cy="24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fr-CA" sz="101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Athlete-facing Clock</a:t>
                </a:r>
                <a:endParaRPr lang="en-CA" sz="101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</p:grpSp>
        <p:grpSp>
          <p:nvGrpSpPr>
            <p:cNvPr id="108" name="Group 38"/>
            <p:cNvGrpSpPr/>
            <p:nvPr/>
          </p:nvGrpSpPr>
          <p:grpSpPr>
            <a:xfrm>
              <a:off x="27720" y="2081160"/>
              <a:ext cx="231480" cy="118440"/>
              <a:chOff x="27720" y="2081160"/>
              <a:chExt cx="231480" cy="118440"/>
            </a:xfrm>
          </p:grpSpPr>
          <p:sp>
            <p:nvSpPr>
              <p:cNvPr id="109" name="Rectangle 39"/>
              <p:cNvSpPr/>
              <p:nvPr/>
            </p:nvSpPr>
            <p:spPr>
              <a:xfrm>
                <a:off x="27720" y="2084040"/>
                <a:ext cx="231480" cy="115560"/>
              </a:xfrm>
              <a:prstGeom prst="rect">
                <a:avLst/>
              </a:prstGeom>
              <a:solidFill>
                <a:srgbClr val="A5A5A5"/>
              </a:solidFill>
              <a:ln>
                <a:solidFill>
                  <a:srgbClr val="7A7A7A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CA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pic>
            <p:nvPicPr>
              <p:cNvPr id="110" name="Graphic 40" descr="Close with solid fill"/>
              <p:cNvPicPr/>
              <p:nvPr/>
            </p:nvPicPr>
            <p:blipFill>
              <a:blip r:embed="rId22">
                <a:extLst>
                  <a:ext uri="{96DAC541-7B7A-43D3-8B79-37D633B846F1}">
                    <asvg:svgBlip xmlns:asvg="http://schemas.microsoft.com/office/drawing/2016/SVG/main" r:embed="rId23"/>
                  </a:ext>
                </a:extLst>
              </a:blip>
              <a:stretch/>
            </p:blipFill>
            <p:spPr>
              <a:xfrm>
                <a:off x="136800" y="2084040"/>
                <a:ext cx="108360" cy="115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1" name="Graphic 42" descr="Checkmark with solid fill"/>
              <p:cNvPicPr/>
              <p:nvPr/>
            </p:nvPicPr>
            <p:blipFill>
              <a:blip r:embed="rId24">
                <a:extLst>
                  <a:ext uri="{96DAC541-7B7A-43D3-8B79-37D633B846F1}">
                    <asvg:svgBlip xmlns:asvg="http://schemas.microsoft.com/office/drawing/2016/SVG/main" r:embed="rId25"/>
                  </a:ext>
                </a:extLst>
              </a:blip>
              <a:stretch/>
            </p:blipFill>
            <p:spPr>
              <a:xfrm>
                <a:off x="45360" y="2081160"/>
                <a:ext cx="108360" cy="1155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12" name="Group 45"/>
            <p:cNvGrpSpPr/>
            <p:nvPr/>
          </p:nvGrpSpPr>
          <p:grpSpPr>
            <a:xfrm>
              <a:off x="27720" y="2233800"/>
              <a:ext cx="231480" cy="118080"/>
              <a:chOff x="27720" y="2233800"/>
              <a:chExt cx="231480" cy="118080"/>
            </a:xfrm>
          </p:grpSpPr>
          <p:sp>
            <p:nvSpPr>
              <p:cNvPr id="113" name="Rectangle 47"/>
              <p:cNvSpPr/>
              <p:nvPr/>
            </p:nvSpPr>
            <p:spPr>
              <a:xfrm>
                <a:off x="27720" y="2236320"/>
                <a:ext cx="231480" cy="115560"/>
              </a:xfrm>
              <a:prstGeom prst="rect">
                <a:avLst/>
              </a:prstGeom>
              <a:solidFill>
                <a:srgbClr val="A5A5A5"/>
              </a:solidFill>
              <a:ln>
                <a:solidFill>
                  <a:srgbClr val="7A7A7A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CA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pic>
            <p:nvPicPr>
              <p:cNvPr id="114" name="Graphic 48" descr="Close with solid fill"/>
              <p:cNvPicPr/>
              <p:nvPr/>
            </p:nvPicPr>
            <p:blipFill>
              <a:blip r:embed="rId26"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/>
            </p:blipFill>
            <p:spPr>
              <a:xfrm>
                <a:off x="136800" y="2236320"/>
                <a:ext cx="108360" cy="115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5" name="Graphic 58" descr="Checkmark with solid fill"/>
              <p:cNvPicPr/>
              <p:nvPr/>
            </p:nvPicPr>
            <p:blipFill>
              <a:blip r:embed="rId28"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/>
            </p:blipFill>
            <p:spPr>
              <a:xfrm>
                <a:off x="45360" y="2233800"/>
                <a:ext cx="108360" cy="1155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116" name="Group 59"/>
            <p:cNvGrpSpPr/>
            <p:nvPr/>
          </p:nvGrpSpPr>
          <p:grpSpPr>
            <a:xfrm>
              <a:off x="27720" y="2386080"/>
              <a:ext cx="231480" cy="118080"/>
              <a:chOff x="27720" y="2386080"/>
              <a:chExt cx="231480" cy="118080"/>
            </a:xfrm>
          </p:grpSpPr>
          <p:sp>
            <p:nvSpPr>
              <p:cNvPr id="117" name="Rectangle 60"/>
              <p:cNvSpPr/>
              <p:nvPr/>
            </p:nvSpPr>
            <p:spPr>
              <a:xfrm>
                <a:off x="27720" y="2388600"/>
                <a:ext cx="231480" cy="115560"/>
              </a:xfrm>
              <a:prstGeom prst="rect">
                <a:avLst/>
              </a:prstGeom>
              <a:solidFill>
                <a:srgbClr val="A5A5A5"/>
              </a:solidFill>
              <a:ln>
                <a:solidFill>
                  <a:srgbClr val="7A7A7A"/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/>
            </p:style>
            <p:txBody>
              <a:bodyPr lIns="90000" tIns="45000" rIns="90000" bIns="45000" anchor="ctr">
                <a:noAutofit/>
              </a:bodyPr>
              <a:p>
                <a:endParaRPr lang="en-CA" sz="1800" b="0" u="none" strike="noStrike">
                  <a:solidFill>
                    <a:schemeClr val="lt1"/>
                  </a:solidFill>
                  <a:effectLst/>
                  <a:uFillTx/>
                  <a:latin typeface="Calibri"/>
                </a:endParaRPr>
              </a:p>
            </p:txBody>
          </p:sp>
          <p:pic>
            <p:nvPicPr>
              <p:cNvPr id="118" name="Graphic 63" descr="Close with solid fill"/>
              <p:cNvPicPr/>
              <p:nvPr/>
            </p:nvPicPr>
            <p:blipFill>
              <a:blip r:embed="rId30">
                <a:extLst>
                  <a:ext uri="{96DAC541-7B7A-43D3-8B79-37D633B846F1}">
                    <asvg:svgBlip xmlns:asvg="http://schemas.microsoft.com/office/drawing/2016/SVG/main" r:embed="rId31"/>
                  </a:ext>
                </a:extLst>
              </a:blip>
              <a:stretch/>
            </p:blipFill>
            <p:spPr>
              <a:xfrm>
                <a:off x="136800" y="2388600"/>
                <a:ext cx="108360" cy="1155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pic>
            <p:nvPicPr>
              <p:cNvPr id="119" name="Graphic 65" descr="Checkmark with solid fill"/>
              <p:cNvPicPr/>
              <p:nvPr/>
            </p:nvPicPr>
            <p:blipFill>
              <a:blip r:embed="rId32">
                <a:extLst>
                  <a:ext uri="{96DAC541-7B7A-43D3-8B79-37D633B846F1}">
                    <asvg:svgBlip xmlns:asvg="http://schemas.microsoft.com/office/drawing/2016/SVG/main" r:embed="rId33"/>
                  </a:ext>
                </a:extLst>
              </a:blip>
              <a:stretch/>
            </p:blipFill>
            <p:spPr>
              <a:xfrm>
                <a:off x="45360" y="2386080"/>
                <a:ext cx="108360" cy="1155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sp>
          <p:nvSpPr>
            <p:cNvPr id="120" name="Rectangle 67"/>
            <p:cNvSpPr/>
            <p:nvPr/>
          </p:nvSpPr>
          <p:spPr>
            <a:xfrm>
              <a:off x="525960" y="2220840"/>
              <a:ext cx="152280" cy="18360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21" name="TextBox 98"/>
            <p:cNvSpPr/>
            <p:nvPr/>
          </p:nvSpPr>
          <p:spPr>
            <a:xfrm>
              <a:off x="293400" y="2410560"/>
              <a:ext cx="61560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457200">
                <a:lnSpc>
                  <a:spcPct val="7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Referee</a:t>
              </a:r>
              <a:br>
                <a:rPr sz="1010"/>
              </a:b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Box +</a:t>
              </a:r>
              <a:br>
                <a:rPr sz="1010"/>
              </a:b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Down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22" name="Straight Arrow Connector 100"/>
            <p:cNvCxnSpPr>
              <a:stCxn id="106" idx="1"/>
              <a:endCxn id="120" idx="3"/>
            </p:cNvCxnSpPr>
            <p:nvPr/>
          </p:nvCxnSpPr>
          <p:spPr>
            <a:xfrm flipH="1" flipV="1">
              <a:off x="678240" y="2312640"/>
              <a:ext cx="1456920" cy="5040"/>
            </a:xfrm>
            <a:prstGeom prst="straightConnector1">
              <a:avLst/>
            </a:prstGeom>
            <a:ln>
              <a:solidFill>
                <a:srgbClr val="4472C4"/>
              </a:solidFill>
              <a:headEnd len="med" type="triangle" w="med"/>
              <a:tailEnd len="med" type="triangle" w="med"/>
            </a:ln>
          </p:spPr>
        </p:cxnSp>
        <p:sp>
          <p:nvSpPr>
            <p:cNvPr id="123" name="TextBox 104"/>
            <p:cNvSpPr/>
            <p:nvPr/>
          </p:nvSpPr>
          <p:spPr>
            <a:xfrm>
              <a:off x="1745640" y="2151000"/>
              <a:ext cx="352800" cy="21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CA" sz="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USB</a:t>
              </a:r>
              <a:endParaRPr lang="en-CA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24" name="Straight Arrow Connector 108"/>
            <p:cNvCxnSpPr/>
            <p:nvPr/>
          </p:nvCxnSpPr>
          <p:spPr>
            <a:xfrm flipH="1">
              <a:off x="2572200" y="2325240"/>
              <a:ext cx="543240" cy="360"/>
            </a:xfrm>
            <a:prstGeom prst="straightConnector1">
              <a:avLst/>
            </a:prstGeom>
            <a:ln w="12700">
              <a:solidFill>
                <a:srgbClr val="ED7D31">
                  <a:lumMod val="75000"/>
                </a:srgbClr>
              </a:solidFill>
              <a:tailEnd len="med" type="triangle" w="med"/>
            </a:ln>
          </p:spPr>
        </p:cxnSp>
      </p:grpSp>
      <p:cxnSp>
        <p:nvCxnSpPr>
          <p:cNvPr id="125" name="Straight Arrow Connector 109"/>
          <p:cNvCxnSpPr/>
          <p:nvPr/>
        </p:nvCxnSpPr>
        <p:spPr>
          <a:xfrm flipH="1">
            <a:off x="2572200" y="53697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sp>
        <p:nvSpPr>
          <p:cNvPr id="126" name="TextBox 111"/>
          <p:cNvSpPr/>
          <p:nvPr/>
        </p:nvSpPr>
        <p:spPr>
          <a:xfrm>
            <a:off x="197640" y="26172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Timekeeper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Box 113"/>
          <p:cNvSpPr/>
          <p:nvPr/>
        </p:nvSpPr>
        <p:spPr>
          <a:xfrm>
            <a:off x="955080" y="175716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8" name="Graphic 115" descr="Monitor with solid fill"/>
          <p:cNvPicPr/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/>
        </p:blipFill>
        <p:spPr>
          <a:xfrm>
            <a:off x="1207080" y="136116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TextBox 116"/>
          <p:cNvSpPr/>
          <p:nvPr/>
        </p:nvSpPr>
        <p:spPr>
          <a:xfrm>
            <a:off x="955080" y="101448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30" name="Graphic 117" descr="Monitor with solid fill"/>
          <p:cNvPicPr/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/>
        </p:blipFill>
        <p:spPr>
          <a:xfrm>
            <a:off x="1207080" y="64116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31" name="Picture 2" descr="Cheapest Computer Chip Raspberry Pi!"/>
          <p:cNvPicPr/>
          <p:nvPr/>
        </p:nvPicPr>
        <p:blipFill>
          <a:blip r:embed="rId38"/>
          <a:stretch/>
        </p:blipFill>
        <p:spPr>
          <a:xfrm flipH="1">
            <a:off x="2260080" y="76212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2" name="Straight Arrow Connector 120"/>
          <p:cNvCxnSpPr/>
          <p:nvPr/>
        </p:nvCxnSpPr>
        <p:spPr>
          <a:xfrm flipH="1">
            <a:off x="2575080" y="87012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133" name="Straight Arrow Connector 121"/>
          <p:cNvCxnSpPr/>
          <p:nvPr/>
        </p:nvCxnSpPr>
        <p:spPr>
          <a:xfrm flipH="1">
            <a:off x="1711080" y="86580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134" name="TextBox 122"/>
          <p:cNvSpPr/>
          <p:nvPr/>
        </p:nvSpPr>
        <p:spPr>
          <a:xfrm>
            <a:off x="1753200" y="72216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Box 138"/>
          <p:cNvSpPr/>
          <p:nvPr/>
        </p:nvSpPr>
        <p:spPr>
          <a:xfrm>
            <a:off x="1893240" y="97272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Room Displays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36" name="Group 146"/>
          <p:cNvGrpSpPr/>
          <p:nvPr/>
        </p:nvGrpSpPr>
        <p:grpSpPr>
          <a:xfrm>
            <a:off x="428760" y="105480"/>
            <a:ext cx="419040" cy="230400"/>
            <a:chOff x="428760" y="105480"/>
            <a:chExt cx="419040" cy="230400"/>
          </a:xfrm>
        </p:grpSpPr>
        <p:sp>
          <p:nvSpPr>
            <p:cNvPr id="137" name="Rectangle 147"/>
            <p:cNvSpPr/>
            <p:nvPr/>
          </p:nvSpPr>
          <p:spPr>
            <a:xfrm>
              <a:off x="507960" y="16488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98" name="TextBox 148"/>
            <p:cNvSpPr/>
            <p:nvPr/>
          </p:nvSpPr>
          <p:spPr>
            <a:xfrm>
              <a:off x="428760" y="105480"/>
              <a:ext cx="419040" cy="23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CA" sz="900" b="0" u="none" strike="noStrike">
                  <a:solidFill>
                    <a:schemeClr val="accent6">
                      <a:lumMod val="40000"/>
                      <a:lumOff val="60000"/>
                    </a:schemeClr>
                  </a:solidFill>
                  <a:effectLst/>
                  <a:uFillTx/>
                  <a:latin typeface="Webdings"/>
                </a:rPr>
                <a:t>4</a:t>
              </a:r>
              <a:r>
                <a:rPr lang="en-CA" sz="900" b="0" u="none" strike="noStrike">
                  <a:solidFill>
                    <a:srgbClr val="FF0000"/>
                  </a:solidFill>
                  <a:effectLst/>
                  <a:uFillTx/>
                  <a:latin typeface="Webdings"/>
                </a:rPr>
                <a:t>&lt;</a:t>
              </a:r>
              <a:endParaRPr lang="en-CA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38" name="Group 49"/>
          <p:cNvGrpSpPr/>
          <p:nvPr/>
        </p:nvGrpSpPr>
        <p:grpSpPr>
          <a:xfrm>
            <a:off x="915480" y="2777400"/>
            <a:ext cx="2193480" cy="2268360"/>
            <a:chOff x="915480" y="2777400"/>
            <a:chExt cx="2193480" cy="2268360"/>
          </a:xfrm>
        </p:grpSpPr>
        <p:grpSp>
          <p:nvGrpSpPr>
            <p:cNvPr id="139" name="Group 12"/>
            <p:cNvGrpSpPr/>
            <p:nvPr/>
          </p:nvGrpSpPr>
          <p:grpSpPr>
            <a:xfrm>
              <a:off x="2036880" y="2777400"/>
              <a:ext cx="615600" cy="572040"/>
              <a:chOff x="2036880" y="2777400"/>
              <a:chExt cx="615600" cy="572040"/>
            </a:xfrm>
          </p:grpSpPr>
          <p:sp>
            <p:nvSpPr>
              <p:cNvPr id="140" name="TextBox 13"/>
              <p:cNvSpPr/>
              <p:nvPr/>
            </p:nvSpPr>
            <p:spPr>
              <a:xfrm>
                <a:off x="2036880" y="3101760"/>
                <a:ext cx="615600" cy="24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CA" sz="101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Marshal</a:t>
                </a:r>
                <a:endParaRPr lang="en-CA" sz="101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141" name="Graphic 20" descr="Laptop"/>
              <p:cNvPicPr/>
              <p:nvPr/>
            </p:nvPicPr>
            <p:blipFill>
              <a:blip r:embed="rId39">
                <a:extLst>
                  <a:ext uri="{96DAC541-7B7A-43D3-8B79-37D633B846F1}">
                    <asvg:svgBlip xmlns:asvg="http://schemas.microsoft.com/office/drawing/2016/SVG/main" r:embed="rId40"/>
                  </a:ext>
                </a:extLst>
              </a:blip>
              <a:stretch/>
            </p:blipFill>
            <p:spPr>
              <a:xfrm>
                <a:off x="2126160" y="2777400"/>
                <a:ext cx="437040" cy="455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cxnSp>
          <p:nvCxnSpPr>
            <p:cNvPr id="142" name="Straight Arrow Connector 110"/>
            <p:cNvCxnSpPr/>
            <p:nvPr/>
          </p:nvCxnSpPr>
          <p:spPr>
            <a:xfrm flipH="1">
              <a:off x="2563200" y="3008880"/>
              <a:ext cx="543240" cy="360"/>
            </a:xfrm>
            <a:prstGeom prst="straightConnector1">
              <a:avLst/>
            </a:prstGeom>
            <a:ln w="12700">
              <a:solidFill>
                <a:srgbClr val="ED7D31">
                  <a:lumMod val="75000"/>
                </a:srgbClr>
              </a:solidFill>
              <a:tailEnd len="med" type="triangle" w="med"/>
            </a:ln>
          </p:spPr>
        </p:cxnSp>
        <p:sp>
          <p:nvSpPr>
            <p:cNvPr id="143" name="TextBox 123"/>
            <p:cNvSpPr/>
            <p:nvPr/>
          </p:nvSpPr>
          <p:spPr>
            <a:xfrm>
              <a:off x="942840" y="4619160"/>
              <a:ext cx="93888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457200">
                <a:lnSpc>
                  <a:spcPct val="7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Warmup Attempt Board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4" name="Graphic 124" descr="Monitor with solid fill"/>
            <p:cNvPicPr/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/>
          </p:blipFill>
          <p:spPr>
            <a:xfrm>
              <a:off x="1202760" y="4246920"/>
              <a:ext cx="462960" cy="4629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5" name="TextBox 125"/>
            <p:cNvSpPr/>
            <p:nvPr/>
          </p:nvSpPr>
          <p:spPr>
            <a:xfrm>
              <a:off x="946080" y="4001760"/>
              <a:ext cx="938880" cy="31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457200">
                <a:lnSpc>
                  <a:spcPct val="7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Warmup Scoreboard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46" name="Graphic 132" descr="Monitor with solid fill"/>
            <p:cNvPicPr/>
            <p:nvPr/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/>
          </p:blipFill>
          <p:spPr>
            <a:xfrm>
              <a:off x="1198080" y="3569760"/>
              <a:ext cx="462960" cy="4629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47" name="Picture 2" descr="Cheapest Computer Chip Raspberry Pi!"/>
            <p:cNvPicPr/>
            <p:nvPr/>
          </p:nvPicPr>
          <p:blipFill>
            <a:blip r:embed="rId45"/>
            <a:stretch/>
          </p:blipFill>
          <p:spPr>
            <a:xfrm flipH="1">
              <a:off x="2251440" y="3690720"/>
              <a:ext cx="207000" cy="20700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148" name="Straight Arrow Connector 134"/>
            <p:cNvCxnSpPr/>
            <p:nvPr/>
          </p:nvCxnSpPr>
          <p:spPr>
            <a:xfrm flipH="1">
              <a:off x="2566080" y="3847320"/>
              <a:ext cx="543240" cy="360"/>
            </a:xfrm>
            <a:prstGeom prst="straightConnector1">
              <a:avLst/>
            </a:prstGeom>
            <a:ln w="12700">
              <a:solidFill>
                <a:srgbClr val="ED7D31">
                  <a:lumMod val="75000"/>
                </a:srgbClr>
              </a:solidFill>
              <a:tailEnd len="med" type="triangle" w="med"/>
            </a:ln>
          </p:spPr>
        </p:cxnSp>
        <p:cxnSp>
          <p:nvCxnSpPr>
            <p:cNvPr id="149" name="Straight Arrow Connector 135"/>
            <p:cNvCxnSpPr/>
            <p:nvPr/>
          </p:nvCxnSpPr>
          <p:spPr>
            <a:xfrm flipH="1">
              <a:off x="1702080" y="3794040"/>
              <a:ext cx="466200" cy="3960"/>
            </a:xfrm>
            <a:prstGeom prst="straightConnector1">
              <a:avLst/>
            </a:prstGeom>
            <a:ln w="25400">
              <a:solidFill>
                <a:srgbClr val="70AD47">
                  <a:lumMod val="75000"/>
                </a:srgbClr>
              </a:solidFill>
              <a:tailEnd len="med" type="triangle" w="med"/>
            </a:ln>
          </p:spPr>
        </p:cxnSp>
        <p:sp>
          <p:nvSpPr>
            <p:cNvPr id="150" name="TextBox 137"/>
            <p:cNvSpPr/>
            <p:nvPr/>
          </p:nvSpPr>
          <p:spPr>
            <a:xfrm>
              <a:off x="1744200" y="3650760"/>
              <a:ext cx="424800" cy="18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70000"/>
                </a:lnSpc>
              </a:pPr>
              <a:r>
                <a:rPr lang="en-CA" sz="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HDMI</a:t>
              </a:r>
              <a:endParaRPr lang="en-CA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1" name="TextBox 139"/>
            <p:cNvSpPr/>
            <p:nvPr/>
          </p:nvSpPr>
          <p:spPr>
            <a:xfrm>
              <a:off x="1884600" y="3901320"/>
              <a:ext cx="938880" cy="426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457200">
                <a:lnSpc>
                  <a:spcPct val="7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Warmup</a:t>
              </a:r>
              <a:br>
                <a:rPr sz="1010"/>
              </a:b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Room Displays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152" name="Graphic 141" descr="Monitor with solid fill"/>
            <p:cNvPicPr/>
            <p:nvPr/>
          </p:nvPicPr>
          <p:blipFill>
            <a:blip r:embed="rId46">
              <a:extLst>
                <a:ext uri="{96DAC541-7B7A-43D3-8B79-37D633B846F1}">
                  <asvg:svgBlip xmlns:asvg="http://schemas.microsoft.com/office/drawing/2016/SVG/main" r:embed="rId47"/>
                </a:ext>
              </a:extLst>
            </a:blip>
            <a:stretch/>
          </p:blipFill>
          <p:spPr>
            <a:xfrm>
              <a:off x="1166400" y="2818080"/>
              <a:ext cx="462960" cy="462960"/>
            </a:xfrm>
            <a:prstGeom prst="rect">
              <a:avLst/>
            </a:prstGeom>
            <a:noFill/>
            <a:ln w="0">
              <a:noFill/>
            </a:ln>
          </p:spPr>
        </p:pic>
        <p:cxnSp>
          <p:nvCxnSpPr>
            <p:cNvPr id="153" name="Straight Arrow Connector 144"/>
            <p:cNvCxnSpPr>
              <a:endCxn id="152" idx="3"/>
            </p:cNvCxnSpPr>
            <p:nvPr/>
          </p:nvCxnSpPr>
          <p:spPr>
            <a:xfrm flipH="1">
              <a:off x="1629360" y="3045960"/>
              <a:ext cx="466200" cy="3960"/>
            </a:xfrm>
            <a:prstGeom prst="straightConnector1">
              <a:avLst/>
            </a:prstGeom>
            <a:ln w="25400">
              <a:solidFill>
                <a:srgbClr val="70AD47">
                  <a:lumMod val="75000"/>
                </a:srgbClr>
              </a:solidFill>
              <a:tailEnd len="med" type="triangle" w="med"/>
            </a:ln>
          </p:spPr>
        </p:cxnSp>
        <p:sp>
          <p:nvSpPr>
            <p:cNvPr id="154" name="TextBox 145"/>
            <p:cNvSpPr/>
            <p:nvPr/>
          </p:nvSpPr>
          <p:spPr>
            <a:xfrm>
              <a:off x="915480" y="3215880"/>
              <a:ext cx="938880" cy="317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algn="ctr" defTabSz="457200">
                <a:lnSpc>
                  <a:spcPct val="7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Marshal Scoreboard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TextBox 149"/>
            <p:cNvSpPr/>
            <p:nvPr/>
          </p:nvSpPr>
          <p:spPr>
            <a:xfrm>
              <a:off x="1743840" y="2896920"/>
              <a:ext cx="424800" cy="18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70000"/>
                </a:lnSpc>
              </a:pPr>
              <a:r>
                <a:rPr lang="en-CA" sz="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HDMI</a:t>
              </a:r>
              <a:endParaRPr lang="en-CA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cxnSp>
          <p:nvCxnSpPr>
            <p:cNvPr id="156" name="Connector: Elbow 150"/>
            <p:cNvCxnSpPr>
              <a:stCxn id="151" idx="2"/>
            </p:cNvCxnSpPr>
            <p:nvPr/>
          </p:nvCxnSpPr>
          <p:spPr>
            <a:xfrm rot="5400000">
              <a:off x="1928880" y="4060080"/>
              <a:ext cx="157680" cy="693000"/>
            </a:xfrm>
            <a:prstGeom prst="bentConnector3">
              <a:avLst>
                <a:gd name="adj1" fmla="val 100000"/>
              </a:avLst>
            </a:prstGeom>
            <a:ln w="25400">
              <a:solidFill>
                <a:srgbClr val="70AD47">
                  <a:lumMod val="75000"/>
                </a:srgbClr>
              </a:solidFill>
              <a:tailEnd len="med" type="triangle" w="med"/>
            </a:ln>
          </p:spPr>
        </p:cxnSp>
        <p:sp>
          <p:nvSpPr>
            <p:cNvPr id="157" name="TextBox 152"/>
            <p:cNvSpPr/>
            <p:nvPr/>
          </p:nvSpPr>
          <p:spPr>
            <a:xfrm>
              <a:off x="1802520" y="4327920"/>
              <a:ext cx="424800" cy="1836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70000"/>
                </a:lnSpc>
              </a:pPr>
              <a:r>
                <a:rPr lang="en-CA" sz="80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HDMI</a:t>
              </a:r>
              <a:endParaRPr lang="en-CA" sz="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158" name="Connector: Elbow 158"/>
          <p:cNvCxnSpPr>
            <a:stCxn id="135" idx="2"/>
          </p:cNvCxnSpPr>
          <p:nvPr/>
        </p:nvCxnSpPr>
        <p:spPr>
          <a:xfrm rot="5400000">
            <a:off x="1906560" y="1172880"/>
            <a:ext cx="229680" cy="682560"/>
          </a:xfrm>
          <a:prstGeom prst="bentConnector3">
            <a:avLst>
              <a:gd name="adj1" fmla="val 100000"/>
            </a:avLst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159" name="TextBox 160"/>
          <p:cNvSpPr/>
          <p:nvPr/>
        </p:nvSpPr>
        <p:spPr>
          <a:xfrm>
            <a:off x="1589760" y="1471320"/>
            <a:ext cx="88812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Fiber  30m 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0" name="Graphic 24" descr="Laptop"/>
          <p:cNvPicPr/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/>
        </p:blipFill>
        <p:spPr>
          <a:xfrm>
            <a:off x="4007520" y="561636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1" name="TextBox 25"/>
          <p:cNvSpPr/>
          <p:nvPr/>
        </p:nvSpPr>
        <p:spPr>
          <a:xfrm>
            <a:off x="3875760" y="6017040"/>
            <a:ext cx="81756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ts val="1001"/>
              </a:lnSpc>
            </a:pP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OBS</a:t>
            </a:r>
            <a:br>
              <a:rPr sz="1010"/>
            </a:b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Streaming 1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62" name="Graphic 26" descr="Laptop"/>
          <p:cNvPicPr/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/>
        </p:blipFill>
        <p:spPr>
          <a:xfrm>
            <a:off x="4031280" y="301644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3" name="Straight Arrow Connector 27"/>
          <p:cNvCxnSpPr>
            <a:endCxn id="164" idx="31"/>
          </p:cNvCxnSpPr>
          <p:nvPr/>
        </p:nvCxnSpPr>
        <p:spPr>
          <a:xfrm flipH="1">
            <a:off x="4273200" y="3600720"/>
            <a:ext cx="1800" cy="201240"/>
          </a:xfrm>
          <a:prstGeom prst="straightConnector1">
            <a:avLst/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grpSp>
        <p:nvGrpSpPr>
          <p:cNvPr id="165" name="Graphic 8"/>
          <p:cNvGrpSpPr/>
          <p:nvPr/>
        </p:nvGrpSpPr>
        <p:grpSpPr>
          <a:xfrm>
            <a:off x="4047840" y="3801600"/>
            <a:ext cx="451080" cy="451440"/>
            <a:chOff x="4047840" y="3801600"/>
            <a:chExt cx="451080" cy="451440"/>
          </a:xfrm>
        </p:grpSpPr>
        <p:sp>
          <p:nvSpPr>
            <p:cNvPr id="164" name="Freeform: Shape 29"/>
            <p:cNvSpPr/>
            <p:nvPr/>
          </p:nvSpPr>
          <p:spPr>
            <a:xfrm>
              <a:off x="4047840" y="3801600"/>
              <a:ext cx="451080" cy="451440"/>
            </a:xfrm>
            <a:custGeom>
              <a:avLst/>
              <a:gdLst>
                <a:gd name="textAreaLeft" fmla="*/ 0 w 451080"/>
                <a:gd name="textAreaRight" fmla="*/ 451440 w 451080"/>
                <a:gd name="textAreaTop" fmla="*/ 0 h 451440"/>
                <a:gd name="textAreaBottom" fmla="*/ 451800 h 451440"/>
                <a:gd name="GluePoint1X" fmla="*/ 101980 w 451353"/>
                <a:gd name="GluePoint1Y" fmla="*/ 1780 h 451799"/>
                <a:gd name="GluePoint2X" fmla="*/ 76150 w 451353"/>
                <a:gd name="GluePoint2Y" fmla="*/ 21679 h 451799"/>
                <a:gd name="GluePoint3X" fmla="*/ 70410 w 451353"/>
                <a:gd name="GluePoint3Y" fmla="*/ 97255 h 451799"/>
                <a:gd name="GluePoint4X" fmla="*/ 70410 w 451353"/>
                <a:gd name="GluePoint4Y" fmla="*/ 155612 h 451799"/>
                <a:gd name="GluePoint5X" fmla="*/ 54530 w 451353"/>
                <a:gd name="GluePoint5Y" fmla="*/ 155612 h 451799"/>
                <a:gd name="GluePoint6X" fmla="*/ 21429 w 451353"/>
                <a:gd name="GluePoint6Y" fmla="*/ 161352 h 451799"/>
                <a:gd name="GluePoint7X" fmla="*/ 1531 w 451353"/>
                <a:gd name="GluePoint7Y" fmla="*/ 187182 h 451799"/>
                <a:gd name="GluePoint8X" fmla="*/ 0 w 451353"/>
                <a:gd name="GluePoint8Y" fmla="*/ 264480 h 451799"/>
                <a:gd name="GluePoint9X" fmla="*/ 4783 w 451353"/>
                <a:gd name="GluePoint9Y" fmla="*/ 351536 h 451799"/>
                <a:gd name="GluePoint10X" fmla="*/ 22577 w 451353"/>
                <a:gd name="GluePoint10Y" fmla="*/ 369330 h 451799"/>
                <a:gd name="GluePoint11X" fmla="*/ 54338 w 451353"/>
                <a:gd name="GluePoint11Y" fmla="*/ 374305 h 451799"/>
                <a:gd name="GluePoint12X" fmla="*/ 70410 w 451353"/>
                <a:gd name="GluePoint12Y" fmla="*/ 374305 h 451799"/>
                <a:gd name="GluePoint13X" fmla="*/ 70410 w 451353"/>
                <a:gd name="GluePoint13Y" fmla="*/ 393821 h 451799"/>
                <a:gd name="GluePoint14X" fmla="*/ 75194 w 451353"/>
                <a:gd name="GluePoint14Y" fmla="*/ 428834 h 451799"/>
                <a:gd name="GluePoint15X" fmla="*/ 91266 w 451353"/>
                <a:gd name="GluePoint15Y" fmla="*/ 445672 h 451799"/>
                <a:gd name="GluePoint16X" fmla="*/ 225007 w 451353"/>
                <a:gd name="GluePoint16Y" fmla="*/ 451794 h 451799"/>
                <a:gd name="GluePoint17X" fmla="*/ 359514 w 451353"/>
                <a:gd name="GluePoint17Y" fmla="*/ 446054 h 451799"/>
                <a:gd name="GluePoint18X" fmla="*/ 374820 w 451353"/>
                <a:gd name="GluePoint18Y" fmla="*/ 430939 h 451799"/>
                <a:gd name="GluePoint19X" fmla="*/ 380943 w 451353"/>
                <a:gd name="GluePoint19Y" fmla="*/ 394203 h 451799"/>
                <a:gd name="GluePoint20X" fmla="*/ 380943 w 451353"/>
                <a:gd name="GluePoint20Y" fmla="*/ 374113 h 451799"/>
                <a:gd name="GluePoint21X" fmla="*/ 396823 w 451353"/>
                <a:gd name="GluePoint21Y" fmla="*/ 374113 h 451799"/>
                <a:gd name="GluePoint22X" fmla="*/ 429924 w 451353"/>
                <a:gd name="GluePoint22Y" fmla="*/ 368373 h 451799"/>
                <a:gd name="GluePoint23X" fmla="*/ 449823 w 451353"/>
                <a:gd name="GluePoint23Y" fmla="*/ 342544 h 451799"/>
                <a:gd name="GluePoint24X" fmla="*/ 451353 w 451353"/>
                <a:gd name="GluePoint24Y" fmla="*/ 265245 h 451799"/>
                <a:gd name="GluePoint25X" fmla="*/ 446570 w 451353"/>
                <a:gd name="GluePoint25Y" fmla="*/ 178380 h 451799"/>
                <a:gd name="GluePoint26X" fmla="*/ 429541 w 451353"/>
                <a:gd name="GluePoint26Y" fmla="*/ 160778 h 451799"/>
                <a:gd name="GluePoint27X" fmla="*/ 397015 w 451353"/>
                <a:gd name="GluePoint27Y" fmla="*/ 155229 h 451799"/>
                <a:gd name="GluePoint28X" fmla="*/ 380943 w 451353"/>
                <a:gd name="GluePoint28Y" fmla="*/ 155229 h 451799"/>
                <a:gd name="GluePoint29X" fmla="*/ 380943 w 451353"/>
                <a:gd name="GluePoint29Y" fmla="*/ 96299 h 451799"/>
                <a:gd name="GluePoint30X" fmla="*/ 374820 w 451353"/>
                <a:gd name="GluePoint30Y" fmla="*/ 20722 h 451799"/>
                <a:gd name="GluePoint31X" fmla="*/ 357983 w 451353"/>
                <a:gd name="GluePoint31Y" fmla="*/ 4650 h 451799"/>
                <a:gd name="GluePoint32X" fmla="*/ 225390 w 451353"/>
                <a:gd name="GluePoint32Y" fmla="*/ 58 h 451799"/>
                <a:gd name="GluePoint33X" fmla="*/ 101980 w 451353"/>
                <a:gd name="GluePoint33Y" fmla="*/ 1780 h 451799"/>
                <a:gd name="GluePoint34X" fmla="*/ 346120 w 451353"/>
                <a:gd name="GluePoint34Y" fmla="*/ 30672 h 451799"/>
                <a:gd name="GluePoint35X" fmla="*/ 350712 w 451353"/>
                <a:gd name="GluePoint35Y" fmla="*/ 35455 h 451799"/>
                <a:gd name="GluePoint36X" fmla="*/ 352626 w 451353"/>
                <a:gd name="GluePoint36Y" fmla="*/ 38325 h 451799"/>
                <a:gd name="GluePoint37X" fmla="*/ 352626 w 451353"/>
                <a:gd name="GluePoint37Y" fmla="*/ 96873 h 451799"/>
                <a:gd name="GluePoint38X" fmla="*/ 352626 w 451353"/>
                <a:gd name="GluePoint38Y" fmla="*/ 155420 h 451799"/>
                <a:gd name="GluePoint39X" fmla="*/ 225581 w 451353"/>
                <a:gd name="GluePoint39Y" fmla="*/ 155420 h 451799"/>
                <a:gd name="GluePoint40X" fmla="*/ 98536 w 451353"/>
                <a:gd name="GluePoint40Y" fmla="*/ 155420 h 451799"/>
                <a:gd name="GluePoint41X" fmla="*/ 98536 w 451353"/>
                <a:gd name="GluePoint41Y" fmla="*/ 96873 h 451799"/>
                <a:gd name="GluePoint42X" fmla="*/ 98536 w 451353"/>
                <a:gd name="GluePoint42Y" fmla="*/ 38325 h 451799"/>
                <a:gd name="GluePoint43X" fmla="*/ 100641 w 451353"/>
                <a:gd name="GluePoint43Y" fmla="*/ 35264 h 451799"/>
                <a:gd name="GluePoint44X" fmla="*/ 105616 w 451353"/>
                <a:gd name="GluePoint44Y" fmla="*/ 30289 h 451799"/>
                <a:gd name="GluePoint45X" fmla="*/ 108677 w 451353"/>
                <a:gd name="GluePoint45Y" fmla="*/ 28184 h 451799"/>
                <a:gd name="GluePoint46X" fmla="*/ 226346 w 451353"/>
                <a:gd name="GluePoint46Y" fmla="*/ 28376 h 451799"/>
                <a:gd name="GluePoint47X" fmla="*/ 344016 w 451353"/>
                <a:gd name="GluePoint47Y" fmla="*/ 28567 h 451799"/>
                <a:gd name="GluePoint48X" fmla="*/ 346120 w 451353"/>
                <a:gd name="GluePoint48Y" fmla="*/ 30672 h 451799"/>
                <a:gd name="GluePoint49X" fmla="*/ 416148 w 451353"/>
                <a:gd name="GluePoint49Y" fmla="*/ 185651 h 451799"/>
                <a:gd name="GluePoint50X" fmla="*/ 420931 w 451353"/>
                <a:gd name="GluePoint50Y" fmla="*/ 190243 h 451799"/>
                <a:gd name="GluePoint51X" fmla="*/ 422845 w 451353"/>
                <a:gd name="GluePoint51Y" fmla="*/ 265054 h 451799"/>
                <a:gd name="GluePoint52X" fmla="*/ 420931 w 451353"/>
                <a:gd name="GluePoint52Y" fmla="*/ 339674 h 451799"/>
                <a:gd name="GluePoint53X" fmla="*/ 397589 w 451353"/>
                <a:gd name="GluePoint53Y" fmla="*/ 345987 h 451799"/>
                <a:gd name="GluePoint54X" fmla="*/ 380943 w 451353"/>
                <a:gd name="GluePoint54Y" fmla="*/ 346179 h 451799"/>
                <a:gd name="GluePoint55X" fmla="*/ 380943 w 451353"/>
                <a:gd name="GluePoint55Y" fmla="*/ 332212 h 451799"/>
                <a:gd name="GluePoint56X" fmla="*/ 380943 w 451353"/>
                <a:gd name="GluePoint56Y" fmla="*/ 318244 h 451799"/>
                <a:gd name="GluePoint57X" fmla="*/ 384387 w 451353"/>
                <a:gd name="GluePoint57Y" fmla="*/ 317288 h 451799"/>
                <a:gd name="GluePoint58X" fmla="*/ 393762 w 451353"/>
                <a:gd name="GluePoint58Y" fmla="*/ 308678 h 451799"/>
                <a:gd name="GluePoint59X" fmla="*/ 386874 w 451353"/>
                <a:gd name="GluePoint59Y" fmla="*/ 291458 h 451799"/>
                <a:gd name="GluePoint60X" fmla="*/ 225772 w 451353"/>
                <a:gd name="GluePoint60Y" fmla="*/ 289736 h 451799"/>
                <a:gd name="GluePoint61X" fmla="*/ 64670 w 451353"/>
                <a:gd name="GluePoint61Y" fmla="*/ 291458 h 451799"/>
                <a:gd name="GluePoint62X" fmla="*/ 57782 w 451353"/>
                <a:gd name="GluePoint62Y" fmla="*/ 308678 h 451799"/>
                <a:gd name="GluePoint63X" fmla="*/ 67158 w 451353"/>
                <a:gd name="GluePoint63Y" fmla="*/ 317288 h 451799"/>
                <a:gd name="GluePoint64X" fmla="*/ 70602 w 451353"/>
                <a:gd name="GluePoint64Y" fmla="*/ 318244 h 451799"/>
                <a:gd name="GluePoint65X" fmla="*/ 70602 w 451353"/>
                <a:gd name="GluePoint65Y" fmla="*/ 332212 h 451799"/>
                <a:gd name="GluePoint66X" fmla="*/ 70602 w 451353"/>
                <a:gd name="GluePoint66Y" fmla="*/ 346179 h 451799"/>
                <a:gd name="GluePoint67X" fmla="*/ 54338 w 451353"/>
                <a:gd name="GluePoint67Y" fmla="*/ 346179 h 451799"/>
                <a:gd name="GluePoint68X" fmla="*/ 35205 w 451353"/>
                <a:gd name="GluePoint68Y" fmla="*/ 344074 h 451799"/>
                <a:gd name="GluePoint69X" fmla="*/ 30231 w 451353"/>
                <a:gd name="GluePoint69Y" fmla="*/ 339100 h 451799"/>
                <a:gd name="GluePoint70X" fmla="*/ 28126 w 451353"/>
                <a:gd name="GluePoint70Y" fmla="*/ 336038 h 451799"/>
                <a:gd name="GluePoint71X" fmla="*/ 28126 w 451353"/>
                <a:gd name="GluePoint71Y" fmla="*/ 264863 h 451799"/>
                <a:gd name="GluePoint72X" fmla="*/ 28126 w 451353"/>
                <a:gd name="GluePoint72Y" fmla="*/ 193687 h 451799"/>
                <a:gd name="GluePoint73X" fmla="*/ 30231 w 451353"/>
                <a:gd name="GluePoint73Y" fmla="*/ 190626 h 451799"/>
                <a:gd name="GluePoint74X" fmla="*/ 35205 w 451353"/>
                <a:gd name="GluePoint74Y" fmla="*/ 185651 h 451799"/>
                <a:gd name="GluePoint75X" fmla="*/ 38266 w 451353"/>
                <a:gd name="GluePoint75Y" fmla="*/ 183546 h 451799"/>
                <a:gd name="GluePoint76X" fmla="*/ 225581 w 451353"/>
                <a:gd name="GluePoint76Y" fmla="*/ 183546 h 451799"/>
                <a:gd name="GluePoint77X" fmla="*/ 413278 w 451353"/>
                <a:gd name="GluePoint77Y" fmla="*/ 183546 h 451799"/>
                <a:gd name="GluePoint78X" fmla="*/ 416148 w 451353"/>
                <a:gd name="GluePoint78Y" fmla="*/ 185651 h 451799"/>
                <a:gd name="GluePoint79X" fmla="*/ 352434 w 451353"/>
                <a:gd name="GluePoint79Y" fmla="*/ 366269 h 451799"/>
                <a:gd name="GluePoint80X" fmla="*/ 350330 w 451353"/>
                <a:gd name="GluePoint80Y" fmla="*/ 417163 h 451799"/>
                <a:gd name="GluePoint81X" fmla="*/ 346120 w 451353"/>
                <a:gd name="GluePoint81Y" fmla="*/ 421372 h 451799"/>
                <a:gd name="GluePoint82X" fmla="*/ 225581 w 451353"/>
                <a:gd name="GluePoint82Y" fmla="*/ 423286 h 451799"/>
                <a:gd name="GluePoint83X" fmla="*/ 105042 w 451353"/>
                <a:gd name="GluePoint83Y" fmla="*/ 421372 h 451799"/>
                <a:gd name="GluePoint84X" fmla="*/ 100832 w 451353"/>
                <a:gd name="GluePoint84Y" fmla="*/ 417163 h 451799"/>
                <a:gd name="GluePoint85X" fmla="*/ 98728 w 451353"/>
                <a:gd name="GluePoint85Y" fmla="*/ 366269 h 451799"/>
                <a:gd name="GluePoint86X" fmla="*/ 98536 w 451353"/>
                <a:gd name="GluePoint86Y" fmla="*/ 317862 h 451799"/>
                <a:gd name="GluePoint87X" fmla="*/ 225581 w 451353"/>
                <a:gd name="GluePoint87Y" fmla="*/ 317862 h 451799"/>
                <a:gd name="GluePoint88X" fmla="*/ 352626 w 451353"/>
                <a:gd name="GluePoint88Y" fmla="*/ 317862 h 451799"/>
                <a:gd name="GluePoint89X" fmla="*/ 352434 w 451353"/>
                <a:gd name="GluePoint89Y" fmla="*/ 366269 h 4517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</a:cxnLst>
              <a:rect l="textAreaLeft" t="textAreaTop" r="textAreaRight" b="textAreaBottom"/>
              <a:pathLst>
                <a:path w="451353" h="451799">
                  <a:moveTo>
                    <a:pt x="101980" y="1780"/>
                  </a:moveTo>
                  <a:cubicBezTo>
                    <a:pt x="91266" y="4650"/>
                    <a:pt x="82273" y="11538"/>
                    <a:pt x="76150" y="21679"/>
                  </a:cubicBezTo>
                  <a:cubicBezTo>
                    <a:pt x="70410" y="31246"/>
                    <a:pt x="70410" y="32202"/>
                    <a:pt x="70410" y="97255"/>
                  </a:cubicBezTo>
                  <a:lnTo>
                    <a:pt x="70410" y="155612"/>
                  </a:lnTo>
                  <a:lnTo>
                    <a:pt x="54530" y="155612"/>
                  </a:lnTo>
                  <a:cubicBezTo>
                    <a:pt x="35970" y="155612"/>
                    <a:pt x="29083" y="156760"/>
                    <a:pt x="21429" y="161352"/>
                  </a:cubicBezTo>
                  <a:cubicBezTo>
                    <a:pt x="11289" y="167474"/>
                    <a:pt x="4401" y="176467"/>
                    <a:pt x="1531" y="187182"/>
                  </a:cubicBezTo>
                  <a:cubicBezTo>
                    <a:pt x="191" y="192539"/>
                    <a:pt x="0" y="199810"/>
                    <a:pt x="0" y="264480"/>
                  </a:cubicBezTo>
                  <a:cubicBezTo>
                    <a:pt x="0" y="342161"/>
                    <a:pt x="0" y="341778"/>
                    <a:pt x="4783" y="351536"/>
                  </a:cubicBezTo>
                  <a:cubicBezTo>
                    <a:pt x="7845" y="357467"/>
                    <a:pt x="16646" y="366269"/>
                    <a:pt x="22577" y="369330"/>
                  </a:cubicBezTo>
                  <a:cubicBezTo>
                    <a:pt x="30422" y="373348"/>
                    <a:pt x="36544" y="374305"/>
                    <a:pt x="54338" y="374305"/>
                  </a:cubicBezTo>
                  <a:lnTo>
                    <a:pt x="70410" y="374305"/>
                  </a:lnTo>
                  <a:lnTo>
                    <a:pt x="70410" y="393821"/>
                  </a:lnTo>
                  <a:cubicBezTo>
                    <a:pt x="70410" y="415059"/>
                    <a:pt x="71176" y="420990"/>
                    <a:pt x="75194" y="428834"/>
                  </a:cubicBezTo>
                  <a:cubicBezTo>
                    <a:pt x="78255" y="434766"/>
                    <a:pt x="85143" y="442036"/>
                    <a:pt x="91266" y="445672"/>
                  </a:cubicBezTo>
                  <a:cubicBezTo>
                    <a:pt x="101980" y="452177"/>
                    <a:pt x="94518" y="451794"/>
                    <a:pt x="225007" y="451794"/>
                  </a:cubicBezTo>
                  <a:cubicBezTo>
                    <a:pt x="355113" y="451794"/>
                    <a:pt x="349182" y="452177"/>
                    <a:pt x="359514" y="446054"/>
                  </a:cubicBezTo>
                  <a:cubicBezTo>
                    <a:pt x="366210" y="442036"/>
                    <a:pt x="370994" y="437253"/>
                    <a:pt x="374820" y="430939"/>
                  </a:cubicBezTo>
                  <a:cubicBezTo>
                    <a:pt x="379986" y="422520"/>
                    <a:pt x="380943" y="417163"/>
                    <a:pt x="380943" y="394203"/>
                  </a:cubicBezTo>
                  <a:lnTo>
                    <a:pt x="380943" y="374113"/>
                  </a:lnTo>
                  <a:lnTo>
                    <a:pt x="396823" y="374113"/>
                  </a:lnTo>
                  <a:cubicBezTo>
                    <a:pt x="415383" y="374113"/>
                    <a:pt x="422271" y="372965"/>
                    <a:pt x="429924" y="368373"/>
                  </a:cubicBezTo>
                  <a:cubicBezTo>
                    <a:pt x="440065" y="362251"/>
                    <a:pt x="446953" y="353258"/>
                    <a:pt x="449823" y="342544"/>
                  </a:cubicBezTo>
                  <a:cubicBezTo>
                    <a:pt x="451162" y="337186"/>
                    <a:pt x="451353" y="329916"/>
                    <a:pt x="451353" y="265245"/>
                  </a:cubicBezTo>
                  <a:cubicBezTo>
                    <a:pt x="451353" y="187947"/>
                    <a:pt x="451353" y="187947"/>
                    <a:pt x="446570" y="178380"/>
                  </a:cubicBezTo>
                  <a:cubicBezTo>
                    <a:pt x="443509" y="172066"/>
                    <a:pt x="435473" y="164030"/>
                    <a:pt x="429541" y="160778"/>
                  </a:cubicBezTo>
                  <a:cubicBezTo>
                    <a:pt x="421314" y="156377"/>
                    <a:pt x="415191" y="155229"/>
                    <a:pt x="397015" y="155229"/>
                  </a:cubicBezTo>
                  <a:lnTo>
                    <a:pt x="380943" y="155229"/>
                  </a:lnTo>
                  <a:lnTo>
                    <a:pt x="380943" y="96299"/>
                  </a:lnTo>
                  <a:cubicBezTo>
                    <a:pt x="380943" y="30672"/>
                    <a:pt x="380943" y="30863"/>
                    <a:pt x="374820" y="20722"/>
                  </a:cubicBezTo>
                  <a:cubicBezTo>
                    <a:pt x="371185" y="14600"/>
                    <a:pt x="363914" y="7712"/>
                    <a:pt x="357983" y="4650"/>
                  </a:cubicBezTo>
                  <a:cubicBezTo>
                    <a:pt x="348225" y="-133"/>
                    <a:pt x="352434" y="-133"/>
                    <a:pt x="225390" y="58"/>
                  </a:cubicBezTo>
                  <a:cubicBezTo>
                    <a:pt x="117095" y="250"/>
                    <a:pt x="107337" y="441"/>
                    <a:pt x="101980" y="1780"/>
                  </a:cubicBezTo>
                  <a:close/>
                  <a:moveTo>
                    <a:pt x="346120" y="30672"/>
                  </a:moveTo>
                  <a:cubicBezTo>
                    <a:pt x="347460" y="31628"/>
                    <a:pt x="349564" y="33924"/>
                    <a:pt x="350712" y="35455"/>
                  </a:cubicBezTo>
                  <a:lnTo>
                    <a:pt x="352626" y="38325"/>
                  </a:lnTo>
                  <a:lnTo>
                    <a:pt x="352626" y="96873"/>
                  </a:lnTo>
                  <a:lnTo>
                    <a:pt x="352626" y="155420"/>
                  </a:lnTo>
                  <a:lnTo>
                    <a:pt x="225581" y="155420"/>
                  </a:lnTo>
                  <a:lnTo>
                    <a:pt x="98536" y="155420"/>
                  </a:lnTo>
                  <a:lnTo>
                    <a:pt x="98536" y="96873"/>
                  </a:lnTo>
                  <a:lnTo>
                    <a:pt x="98536" y="38325"/>
                  </a:lnTo>
                  <a:lnTo>
                    <a:pt x="100641" y="35264"/>
                  </a:lnTo>
                  <a:cubicBezTo>
                    <a:pt x="101789" y="33733"/>
                    <a:pt x="104085" y="31437"/>
                    <a:pt x="105616" y="30289"/>
                  </a:cubicBezTo>
                  <a:lnTo>
                    <a:pt x="108677" y="28184"/>
                  </a:lnTo>
                  <a:lnTo>
                    <a:pt x="226346" y="28376"/>
                  </a:lnTo>
                  <a:lnTo>
                    <a:pt x="344016" y="28567"/>
                  </a:lnTo>
                  <a:lnTo>
                    <a:pt x="346120" y="30672"/>
                  </a:lnTo>
                  <a:close/>
                  <a:moveTo>
                    <a:pt x="416148" y="185651"/>
                  </a:moveTo>
                  <a:cubicBezTo>
                    <a:pt x="417679" y="186799"/>
                    <a:pt x="419975" y="188904"/>
                    <a:pt x="420931" y="190243"/>
                  </a:cubicBezTo>
                  <a:cubicBezTo>
                    <a:pt x="422845" y="192730"/>
                    <a:pt x="422845" y="193113"/>
                    <a:pt x="422845" y="265054"/>
                  </a:cubicBezTo>
                  <a:cubicBezTo>
                    <a:pt x="422845" y="336612"/>
                    <a:pt x="422845" y="337378"/>
                    <a:pt x="420931" y="339674"/>
                  </a:cubicBezTo>
                  <a:cubicBezTo>
                    <a:pt x="416531" y="345413"/>
                    <a:pt x="415765" y="345796"/>
                    <a:pt x="397589" y="345987"/>
                  </a:cubicBezTo>
                  <a:lnTo>
                    <a:pt x="380943" y="346179"/>
                  </a:lnTo>
                  <a:lnTo>
                    <a:pt x="380943" y="332212"/>
                  </a:lnTo>
                  <a:lnTo>
                    <a:pt x="380943" y="318244"/>
                  </a:lnTo>
                  <a:lnTo>
                    <a:pt x="384387" y="317288"/>
                  </a:lnTo>
                  <a:cubicBezTo>
                    <a:pt x="389170" y="315757"/>
                    <a:pt x="392040" y="313270"/>
                    <a:pt x="393762" y="308678"/>
                  </a:cubicBezTo>
                  <a:cubicBezTo>
                    <a:pt x="396441" y="301790"/>
                    <a:pt x="393571" y="294328"/>
                    <a:pt x="386874" y="291458"/>
                  </a:cubicBezTo>
                  <a:cubicBezTo>
                    <a:pt x="383239" y="289736"/>
                    <a:pt x="379030" y="289736"/>
                    <a:pt x="225772" y="289736"/>
                  </a:cubicBezTo>
                  <a:cubicBezTo>
                    <a:pt x="72324" y="289736"/>
                    <a:pt x="68306" y="289736"/>
                    <a:pt x="64670" y="291458"/>
                  </a:cubicBezTo>
                  <a:cubicBezTo>
                    <a:pt x="57974" y="294328"/>
                    <a:pt x="55104" y="301790"/>
                    <a:pt x="57782" y="308678"/>
                  </a:cubicBezTo>
                  <a:cubicBezTo>
                    <a:pt x="59504" y="313270"/>
                    <a:pt x="62374" y="315757"/>
                    <a:pt x="67158" y="317288"/>
                  </a:cubicBezTo>
                  <a:lnTo>
                    <a:pt x="70602" y="318244"/>
                  </a:lnTo>
                  <a:lnTo>
                    <a:pt x="70602" y="332212"/>
                  </a:lnTo>
                  <a:lnTo>
                    <a:pt x="70602" y="346179"/>
                  </a:lnTo>
                  <a:lnTo>
                    <a:pt x="54338" y="346179"/>
                  </a:lnTo>
                  <a:cubicBezTo>
                    <a:pt x="39032" y="346179"/>
                    <a:pt x="38075" y="346179"/>
                    <a:pt x="35205" y="344074"/>
                  </a:cubicBezTo>
                  <a:cubicBezTo>
                    <a:pt x="33675" y="342926"/>
                    <a:pt x="31379" y="340630"/>
                    <a:pt x="30231" y="339100"/>
                  </a:cubicBezTo>
                  <a:lnTo>
                    <a:pt x="28126" y="336038"/>
                  </a:lnTo>
                  <a:lnTo>
                    <a:pt x="28126" y="264863"/>
                  </a:lnTo>
                  <a:lnTo>
                    <a:pt x="28126" y="193687"/>
                  </a:lnTo>
                  <a:lnTo>
                    <a:pt x="30231" y="190626"/>
                  </a:lnTo>
                  <a:cubicBezTo>
                    <a:pt x="31379" y="189095"/>
                    <a:pt x="33675" y="186799"/>
                    <a:pt x="35205" y="185651"/>
                  </a:cubicBezTo>
                  <a:lnTo>
                    <a:pt x="38266" y="183546"/>
                  </a:lnTo>
                  <a:lnTo>
                    <a:pt x="225581" y="183546"/>
                  </a:lnTo>
                  <a:lnTo>
                    <a:pt x="413278" y="183546"/>
                  </a:lnTo>
                  <a:lnTo>
                    <a:pt x="416148" y="185651"/>
                  </a:lnTo>
                  <a:close/>
                  <a:moveTo>
                    <a:pt x="352434" y="366269"/>
                  </a:moveTo>
                  <a:cubicBezTo>
                    <a:pt x="352243" y="413719"/>
                    <a:pt x="352243" y="414867"/>
                    <a:pt x="350330" y="417163"/>
                  </a:cubicBezTo>
                  <a:cubicBezTo>
                    <a:pt x="349373" y="418502"/>
                    <a:pt x="347460" y="420416"/>
                    <a:pt x="346120" y="421372"/>
                  </a:cubicBezTo>
                  <a:cubicBezTo>
                    <a:pt x="343824" y="423286"/>
                    <a:pt x="343442" y="423286"/>
                    <a:pt x="225581" y="423286"/>
                  </a:cubicBezTo>
                  <a:cubicBezTo>
                    <a:pt x="107720" y="423286"/>
                    <a:pt x="107529" y="423286"/>
                    <a:pt x="105042" y="421372"/>
                  </a:cubicBezTo>
                  <a:cubicBezTo>
                    <a:pt x="103702" y="420416"/>
                    <a:pt x="101789" y="418502"/>
                    <a:pt x="100832" y="417163"/>
                  </a:cubicBezTo>
                  <a:cubicBezTo>
                    <a:pt x="98919" y="414867"/>
                    <a:pt x="98919" y="413719"/>
                    <a:pt x="98728" y="366269"/>
                  </a:cubicBezTo>
                  <a:lnTo>
                    <a:pt x="98536" y="317862"/>
                  </a:lnTo>
                  <a:lnTo>
                    <a:pt x="225581" y="317862"/>
                  </a:lnTo>
                  <a:lnTo>
                    <a:pt x="352626" y="317862"/>
                  </a:lnTo>
                  <a:lnTo>
                    <a:pt x="352434" y="366269"/>
                  </a:ln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6" name="Freeform: Shape 31"/>
            <p:cNvSpPr/>
            <p:nvPr/>
          </p:nvSpPr>
          <p:spPr>
            <a:xfrm>
              <a:off x="4104360" y="4006440"/>
              <a:ext cx="90720" cy="2772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27720"/>
                <a:gd name="textAreaBottom" fmla="*/ 28080 h 27720"/>
                <a:gd name="GluePoint1X" fmla="*/ 8265 w 91111"/>
                <a:gd name="GluePoint1Y" fmla="*/ 1148 h 28003"/>
                <a:gd name="GluePoint2X" fmla="*/ 229 w 91111"/>
                <a:gd name="GluePoint2Y" fmla="*/ 17029 h 28003"/>
                <a:gd name="GluePoint3X" fmla="*/ 9413 w 91111"/>
                <a:gd name="GluePoint3Y" fmla="*/ 27169 h 28003"/>
                <a:gd name="GluePoint4X" fmla="*/ 47679 w 91111"/>
                <a:gd name="GluePoint4Y" fmla="*/ 27935 h 28003"/>
                <a:gd name="GluePoint5X" fmla="*/ 84989 w 91111"/>
                <a:gd name="GluePoint5Y" fmla="*/ 25830 h 28003"/>
                <a:gd name="GluePoint6X" fmla="*/ 91111 w 91111"/>
                <a:gd name="GluePoint6Y" fmla="*/ 13967 h 28003"/>
                <a:gd name="GluePoint7X" fmla="*/ 84989 w 91111"/>
                <a:gd name="GluePoint7Y" fmla="*/ 2105 h 28003"/>
                <a:gd name="GluePoint8X" fmla="*/ 46722 w 91111"/>
                <a:gd name="GluePoint8Y" fmla="*/ 0 h 28003"/>
                <a:gd name="GluePoint9X" fmla="*/ 8265 w 91111"/>
                <a:gd name="GluePoint9Y" fmla="*/ 1148 h 280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91111" h="28003">
                  <a:moveTo>
                    <a:pt x="8265" y="1148"/>
                  </a:moveTo>
                  <a:cubicBezTo>
                    <a:pt x="2333" y="3635"/>
                    <a:pt x="-919" y="10523"/>
                    <a:pt x="229" y="17029"/>
                  </a:cubicBezTo>
                  <a:cubicBezTo>
                    <a:pt x="994" y="21238"/>
                    <a:pt x="5395" y="26021"/>
                    <a:pt x="9413" y="27169"/>
                  </a:cubicBezTo>
                  <a:cubicBezTo>
                    <a:pt x="11709" y="27935"/>
                    <a:pt x="24528" y="28126"/>
                    <a:pt x="47679" y="27935"/>
                  </a:cubicBezTo>
                  <a:cubicBezTo>
                    <a:pt x="81354" y="27743"/>
                    <a:pt x="82884" y="27552"/>
                    <a:pt x="84989" y="25830"/>
                  </a:cubicBezTo>
                  <a:cubicBezTo>
                    <a:pt x="89581" y="22386"/>
                    <a:pt x="91111" y="19516"/>
                    <a:pt x="91111" y="13967"/>
                  </a:cubicBezTo>
                  <a:cubicBezTo>
                    <a:pt x="91111" y="8419"/>
                    <a:pt x="89772" y="5549"/>
                    <a:pt x="84989" y="2105"/>
                  </a:cubicBezTo>
                  <a:cubicBezTo>
                    <a:pt x="82693" y="383"/>
                    <a:pt x="81354" y="191"/>
                    <a:pt x="46722" y="0"/>
                  </a:cubicBezTo>
                  <a:cubicBezTo>
                    <a:pt x="18214" y="0"/>
                    <a:pt x="10369" y="191"/>
                    <a:pt x="8265" y="114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6920" rIns="90000" bIns="-1692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7" name="Freeform: Shape 41"/>
            <p:cNvSpPr/>
            <p:nvPr/>
          </p:nvSpPr>
          <p:spPr>
            <a:xfrm>
              <a:off x="4174920" y="4140720"/>
              <a:ext cx="196560" cy="20880"/>
            </a:xfrm>
            <a:custGeom>
              <a:avLst/>
              <a:gdLst>
                <a:gd name="textAreaLeft" fmla="*/ 0 w 196560"/>
                <a:gd name="textAreaRight" fmla="*/ 196920 w 196560"/>
                <a:gd name="textAreaTop" fmla="*/ 0 h 20880"/>
                <a:gd name="textAreaBottom" fmla="*/ 21240 h 20880"/>
                <a:gd name="GluePoint1X" fmla="*/ 7974 w 196895"/>
                <a:gd name="GluePoint1Y" fmla="*/ 1018 h 21107"/>
                <a:gd name="GluePoint2X" fmla="*/ 2425 w 196895"/>
                <a:gd name="GluePoint2Y" fmla="*/ 5036 h 21107"/>
                <a:gd name="GluePoint3X" fmla="*/ 129 w 196895"/>
                <a:gd name="GluePoint3Y" fmla="*/ 11158 h 21107"/>
                <a:gd name="GluePoint4X" fmla="*/ 7209 w 196895"/>
                <a:gd name="GluePoint4Y" fmla="*/ 19386 h 21107"/>
                <a:gd name="GluePoint5X" fmla="*/ 98474 w 196895"/>
                <a:gd name="GluePoint5Y" fmla="*/ 21108 h 21107"/>
                <a:gd name="GluePoint6X" fmla="*/ 189740 w 196895"/>
                <a:gd name="GluePoint6Y" fmla="*/ 19386 h 21107"/>
                <a:gd name="GluePoint7X" fmla="*/ 196819 w 196895"/>
                <a:gd name="GluePoint7Y" fmla="*/ 11350 h 21107"/>
                <a:gd name="GluePoint8X" fmla="*/ 189740 w 196895"/>
                <a:gd name="GluePoint8Y" fmla="*/ 1592 h 21107"/>
                <a:gd name="GluePoint9X" fmla="*/ 98283 w 196895"/>
                <a:gd name="GluePoint9Y" fmla="*/ 61 h 21107"/>
                <a:gd name="GluePoint10X" fmla="*/ 7974 w 196895"/>
                <a:gd name="GluePoint10Y" fmla="*/ 1018 h 2110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6895" h="21107">
                  <a:moveTo>
                    <a:pt x="7974" y="1018"/>
                  </a:moveTo>
                  <a:cubicBezTo>
                    <a:pt x="6443" y="1401"/>
                    <a:pt x="3956" y="3314"/>
                    <a:pt x="2425" y="5036"/>
                  </a:cubicBezTo>
                  <a:cubicBezTo>
                    <a:pt x="129" y="7523"/>
                    <a:pt x="-253" y="8671"/>
                    <a:pt x="129" y="11158"/>
                  </a:cubicBezTo>
                  <a:cubicBezTo>
                    <a:pt x="703" y="14985"/>
                    <a:pt x="2808" y="17281"/>
                    <a:pt x="7209" y="19386"/>
                  </a:cubicBezTo>
                  <a:cubicBezTo>
                    <a:pt x="10653" y="20916"/>
                    <a:pt x="15245" y="21108"/>
                    <a:pt x="98474" y="21108"/>
                  </a:cubicBezTo>
                  <a:cubicBezTo>
                    <a:pt x="181704" y="21108"/>
                    <a:pt x="186487" y="21108"/>
                    <a:pt x="189740" y="19386"/>
                  </a:cubicBezTo>
                  <a:cubicBezTo>
                    <a:pt x="194332" y="17281"/>
                    <a:pt x="196245" y="14985"/>
                    <a:pt x="196819" y="11350"/>
                  </a:cubicBezTo>
                  <a:cubicBezTo>
                    <a:pt x="197393" y="7523"/>
                    <a:pt x="194714" y="3888"/>
                    <a:pt x="189740" y="1592"/>
                  </a:cubicBezTo>
                  <a:cubicBezTo>
                    <a:pt x="186296" y="61"/>
                    <a:pt x="181895" y="-130"/>
                    <a:pt x="98283" y="61"/>
                  </a:cubicBezTo>
                  <a:cubicBezTo>
                    <a:pt x="39926" y="61"/>
                    <a:pt x="9887" y="444"/>
                    <a:pt x="7974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168" name="Freeform: Shape 43"/>
            <p:cNvSpPr/>
            <p:nvPr/>
          </p:nvSpPr>
          <p:spPr>
            <a:xfrm>
              <a:off x="4174920" y="4182840"/>
              <a:ext cx="196200" cy="20880"/>
            </a:xfrm>
            <a:custGeom>
              <a:avLst/>
              <a:gdLst>
                <a:gd name="textAreaLeft" fmla="*/ 0 w 196200"/>
                <a:gd name="textAreaRight" fmla="*/ 196560 w 196200"/>
                <a:gd name="textAreaTop" fmla="*/ 0 h 20880"/>
                <a:gd name="textAreaBottom" fmla="*/ 21240 h 20880"/>
                <a:gd name="GluePoint1X" fmla="*/ 7845 w 196689"/>
                <a:gd name="GluePoint1Y" fmla="*/ 1018 h 21299"/>
                <a:gd name="GluePoint2X" fmla="*/ 0 w 196689"/>
                <a:gd name="GluePoint2Y" fmla="*/ 10585 h 21299"/>
                <a:gd name="GluePoint3X" fmla="*/ 7079 w 196689"/>
                <a:gd name="GluePoint3Y" fmla="*/ 19577 h 21299"/>
                <a:gd name="GluePoint4X" fmla="*/ 98345 w 196689"/>
                <a:gd name="GluePoint4Y" fmla="*/ 21299 h 21299"/>
                <a:gd name="GluePoint5X" fmla="*/ 189610 w 196689"/>
                <a:gd name="GluePoint5Y" fmla="*/ 19577 h 21299"/>
                <a:gd name="GluePoint6X" fmla="*/ 196690 w 196689"/>
                <a:gd name="GluePoint6Y" fmla="*/ 10585 h 21299"/>
                <a:gd name="GluePoint7X" fmla="*/ 189610 w 196689"/>
                <a:gd name="GluePoint7Y" fmla="*/ 1592 h 21299"/>
                <a:gd name="GluePoint8X" fmla="*/ 98345 w 196689"/>
                <a:gd name="GluePoint8Y" fmla="*/ 61 h 21299"/>
                <a:gd name="GluePoint9X" fmla="*/ 7845 w 196689"/>
                <a:gd name="GluePoint9Y" fmla="*/ 1018 h 212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96689" h="21299">
                  <a:moveTo>
                    <a:pt x="7845" y="1018"/>
                  </a:moveTo>
                  <a:cubicBezTo>
                    <a:pt x="3444" y="2549"/>
                    <a:pt x="0" y="6567"/>
                    <a:pt x="0" y="10585"/>
                  </a:cubicBezTo>
                  <a:cubicBezTo>
                    <a:pt x="0" y="14602"/>
                    <a:pt x="2105" y="17281"/>
                    <a:pt x="7079" y="19577"/>
                  </a:cubicBezTo>
                  <a:cubicBezTo>
                    <a:pt x="10523" y="21108"/>
                    <a:pt x="15115" y="21299"/>
                    <a:pt x="98345" y="21299"/>
                  </a:cubicBezTo>
                  <a:cubicBezTo>
                    <a:pt x="181574" y="21299"/>
                    <a:pt x="186358" y="21299"/>
                    <a:pt x="189610" y="19577"/>
                  </a:cubicBezTo>
                  <a:cubicBezTo>
                    <a:pt x="194585" y="17281"/>
                    <a:pt x="196690" y="14794"/>
                    <a:pt x="196690" y="10585"/>
                  </a:cubicBezTo>
                  <a:cubicBezTo>
                    <a:pt x="196690" y="6567"/>
                    <a:pt x="194585" y="3888"/>
                    <a:pt x="189610" y="1592"/>
                  </a:cubicBezTo>
                  <a:cubicBezTo>
                    <a:pt x="186166" y="61"/>
                    <a:pt x="181766" y="-130"/>
                    <a:pt x="98345" y="61"/>
                  </a:cubicBezTo>
                  <a:cubicBezTo>
                    <a:pt x="41328" y="61"/>
                    <a:pt x="9758" y="444"/>
                    <a:pt x="7845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cxnSp>
        <p:nvCxnSpPr>
          <p:cNvPr id="169" name="Straight Connector 70"/>
          <p:cNvCxnSpPr/>
          <p:nvPr/>
        </p:nvCxnSpPr>
        <p:spPr>
          <a:xfrm>
            <a:off x="3919320" y="507636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170" name="Straight Arrow Connector 79"/>
          <p:cNvCxnSpPr/>
          <p:nvPr/>
        </p:nvCxnSpPr>
        <p:spPr>
          <a:xfrm flipV="1">
            <a:off x="4549680" y="5024520"/>
            <a:ext cx="609120" cy="2880"/>
          </a:xfrm>
          <a:prstGeom prst="straightConnector1">
            <a:avLst/>
          </a:prstGeom>
          <a:ln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cxnSp>
        <p:nvCxnSpPr>
          <p:cNvPr id="171" name="Straight Connector 88"/>
          <p:cNvCxnSpPr/>
          <p:nvPr/>
        </p:nvCxnSpPr>
        <p:spPr>
          <a:xfrm>
            <a:off x="3937680" y="581940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172" name="Straight Connector 96"/>
          <p:cNvCxnSpPr/>
          <p:nvPr/>
        </p:nvCxnSpPr>
        <p:spPr>
          <a:xfrm>
            <a:off x="3937680" y="326304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sp>
        <p:nvSpPr>
          <p:cNvPr id="173" name="Rectangle 16"/>
          <p:cNvSpPr/>
          <p:nvPr/>
        </p:nvSpPr>
        <p:spPr>
          <a:xfrm>
            <a:off x="5154120" y="2396160"/>
            <a:ext cx="1404720" cy="4185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CA" sz="18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Internet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74" name="Graphic 17" descr="Server"/>
          <p:cNvPicPr/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/>
        </p:blipFill>
        <p:spPr>
          <a:xfrm>
            <a:off x="5412600" y="2848680"/>
            <a:ext cx="560880" cy="50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5" name="TextBox 18"/>
          <p:cNvSpPr/>
          <p:nvPr/>
        </p:nvSpPr>
        <p:spPr>
          <a:xfrm>
            <a:off x="5183640" y="3267000"/>
            <a:ext cx="12747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Publicresults fly.dev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76" name="Connector: Curved 19"/>
          <p:cNvCxnSpPr>
            <a:stCxn id="174" idx="3"/>
            <a:endCxn id="177" idx="0"/>
          </p:cNvCxnSpPr>
          <p:nvPr/>
        </p:nvCxnSpPr>
        <p:spPr>
          <a:xfrm flipH="1">
            <a:off x="5612400" y="3102840"/>
            <a:ext cx="361440" cy="721440"/>
          </a:xfrm>
          <a:prstGeom prst="curvedConnector4">
            <a:avLst>
              <a:gd name="adj1" fmla="val -63409"/>
              <a:gd name="adj2" fmla="val 67648"/>
            </a:avLst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pic>
        <p:nvPicPr>
          <p:cNvPr id="178" name="Graphic 21" descr="Smart Phone"/>
          <p:cNvPicPr/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/>
        </p:blipFill>
        <p:spPr>
          <a:xfrm>
            <a:off x="5484240" y="38239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9" name="TextBox 22"/>
          <p:cNvSpPr/>
          <p:nvPr/>
        </p:nvSpPr>
        <p:spPr>
          <a:xfrm>
            <a:off x="5374800" y="5508720"/>
            <a:ext cx="93888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Facebook/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YouTube Live Streaming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Box 23"/>
          <p:cNvSpPr/>
          <p:nvPr/>
        </p:nvSpPr>
        <p:spPr>
          <a:xfrm>
            <a:off x="5585400" y="3803040"/>
            <a:ext cx="980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Phone/remote Scoreboards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Graphic 45" descr="Cloud"/>
          <p:cNvSpPr/>
          <p:nvPr/>
        </p:nvSpPr>
        <p:spPr>
          <a:xfrm>
            <a:off x="5255640" y="5317200"/>
            <a:ext cx="1094400" cy="785880"/>
          </a:xfrm>
          <a:custGeom>
            <a:avLst/>
            <a:gdLst>
              <a:gd name="textAreaLeft" fmla="*/ 0 w 1094400"/>
              <a:gd name="textAreaRight" fmla="*/ 1094760 w 1094400"/>
              <a:gd name="textAreaTop" fmla="*/ 0 h 785880"/>
              <a:gd name="textAreaBottom" fmla="*/ 786240 h 78588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Rectangle 76"/>
          <p:cNvSpPr/>
          <p:nvPr/>
        </p:nvSpPr>
        <p:spPr>
          <a:xfrm>
            <a:off x="5229360" y="2411280"/>
            <a:ext cx="1404720" cy="4185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CA" sz="18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Internet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Box 71"/>
          <p:cNvSpPr/>
          <p:nvPr/>
        </p:nvSpPr>
        <p:spPr>
          <a:xfrm>
            <a:off x="4096080" y="3378960"/>
            <a:ext cx="5868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84" name="Graphic 6" descr="Server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487840" y="2863440"/>
            <a:ext cx="560880" cy="50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TextBox 140"/>
          <p:cNvSpPr/>
          <p:nvPr/>
        </p:nvSpPr>
        <p:spPr>
          <a:xfrm>
            <a:off x="5258520" y="3281760"/>
            <a:ext cx="12747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Publicresults fly.dev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186" name="Connector: Curved 15"/>
          <p:cNvCxnSpPr>
            <a:stCxn id="184" idx="3"/>
            <a:endCxn id="187" idx="0"/>
          </p:cNvCxnSpPr>
          <p:nvPr/>
        </p:nvCxnSpPr>
        <p:spPr>
          <a:xfrm flipH="1">
            <a:off x="5687640" y="3117600"/>
            <a:ext cx="361440" cy="721440"/>
          </a:xfrm>
          <a:prstGeom prst="curvedConnector4">
            <a:avLst>
              <a:gd name="adj1" fmla="val -63310"/>
              <a:gd name="adj2" fmla="val 67698"/>
            </a:avLst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pic>
        <p:nvPicPr>
          <p:cNvPr id="188" name="Graphic 91" descr="Smart Phone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559480" y="383868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9" name="Graphic 268"/>
          <p:cNvPicPr/>
          <p:nvPr/>
        </p:nvPicPr>
        <p:blipFill>
          <a:blip r:embed="rId5"/>
          <a:srcRect l="0" t="19756" r="0" b="39177"/>
          <a:stretch/>
        </p:blipFill>
        <p:spPr>
          <a:xfrm>
            <a:off x="4022640" y="493056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0" name="TextBox 354"/>
          <p:cNvSpPr/>
          <p:nvPr/>
        </p:nvSpPr>
        <p:spPr>
          <a:xfrm>
            <a:off x="5449680" y="5523480"/>
            <a:ext cx="93888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Facebook/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YouTube Live Streaming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Box 406"/>
          <p:cNvSpPr/>
          <p:nvPr/>
        </p:nvSpPr>
        <p:spPr>
          <a:xfrm>
            <a:off x="3953160" y="470952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Competition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Box 73"/>
          <p:cNvSpPr/>
          <p:nvPr/>
        </p:nvSpPr>
        <p:spPr>
          <a:xfrm>
            <a:off x="5660280" y="3818160"/>
            <a:ext cx="980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Phone/remote Scoreboards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93" name="Group 1"/>
          <p:cNvGrpSpPr/>
          <p:nvPr/>
        </p:nvGrpSpPr>
        <p:grpSpPr>
          <a:xfrm>
            <a:off x="2044440" y="7920"/>
            <a:ext cx="767880" cy="547200"/>
            <a:chOff x="2044440" y="7920"/>
            <a:chExt cx="767880" cy="547200"/>
          </a:xfrm>
        </p:grpSpPr>
        <p:pic>
          <p:nvPicPr>
            <p:cNvPr id="194" name="Graphic 4" descr="Laptop"/>
            <p:cNvPicPr/>
            <p:nvPr/>
          </p:nvPicPr>
          <p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/>
          </p:blipFill>
          <p:spPr>
            <a:xfrm>
              <a:off x="2210040" y="792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5" name="TextBox 7"/>
            <p:cNvSpPr/>
            <p:nvPr/>
          </p:nvSpPr>
          <p:spPr>
            <a:xfrm>
              <a:off x="2044440" y="307440"/>
              <a:ext cx="76788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Announcer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6" name="Group 30"/>
          <p:cNvGrpSpPr/>
          <p:nvPr/>
        </p:nvGrpSpPr>
        <p:grpSpPr>
          <a:xfrm>
            <a:off x="1815480" y="2248200"/>
            <a:ext cx="1242360" cy="561240"/>
            <a:chOff x="1815480" y="2248200"/>
            <a:chExt cx="1242360" cy="561240"/>
          </a:xfrm>
        </p:grpSpPr>
        <p:pic>
          <p:nvPicPr>
            <p:cNvPr id="197" name="Graphic 32" descr="Laptop"/>
            <p:cNvPicPr/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/>
          </p:blipFill>
          <p:spPr>
            <a:xfrm>
              <a:off x="2210040" y="224820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98" name="TextBox 33"/>
            <p:cNvSpPr/>
            <p:nvPr/>
          </p:nvSpPr>
          <p:spPr>
            <a:xfrm>
              <a:off x="1815480" y="2561760"/>
              <a:ext cx="124236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fr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Athlete-facing Clock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99" name="Group 35"/>
          <p:cNvGrpSpPr/>
          <p:nvPr/>
        </p:nvGrpSpPr>
        <p:grpSpPr>
          <a:xfrm>
            <a:off x="2210040" y="5146560"/>
            <a:ext cx="437040" cy="585720"/>
            <a:chOff x="2210040" y="5146560"/>
            <a:chExt cx="437040" cy="585720"/>
          </a:xfrm>
        </p:grpSpPr>
        <p:pic>
          <p:nvPicPr>
            <p:cNvPr id="200" name="Graphic 36" descr="Laptop"/>
            <p:cNvPicPr/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/>
          </p:blipFill>
          <p:spPr>
            <a:xfrm>
              <a:off x="2210040" y="514656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201" name="TextBox 37"/>
            <p:cNvSpPr/>
            <p:nvPr/>
          </p:nvSpPr>
          <p:spPr>
            <a:xfrm>
              <a:off x="2228760" y="5484600"/>
              <a:ext cx="39924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Jury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02" name="Group 38"/>
          <p:cNvGrpSpPr/>
          <p:nvPr/>
        </p:nvGrpSpPr>
        <p:grpSpPr>
          <a:xfrm>
            <a:off x="102600" y="2240280"/>
            <a:ext cx="231480" cy="118080"/>
            <a:chOff x="102600" y="2240280"/>
            <a:chExt cx="231480" cy="118080"/>
          </a:xfrm>
        </p:grpSpPr>
        <p:sp>
          <p:nvSpPr>
            <p:cNvPr id="203" name="Rectangle 39"/>
            <p:cNvSpPr/>
            <p:nvPr/>
          </p:nvSpPr>
          <p:spPr>
            <a:xfrm>
              <a:off x="102600" y="224280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204" name="Graphic 40" descr="Close with solid fill"/>
            <p:cNvPicPr/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/>
          </p:blipFill>
          <p:spPr>
            <a:xfrm>
              <a:off x="211680" y="224280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5" name="Graphic 42" descr="Checkmark with solid fill"/>
            <p:cNvPicPr/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/>
          </p:blipFill>
          <p:spPr>
            <a:xfrm>
              <a:off x="120240" y="22402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06" name="Group 45"/>
          <p:cNvGrpSpPr/>
          <p:nvPr/>
        </p:nvGrpSpPr>
        <p:grpSpPr>
          <a:xfrm>
            <a:off x="102600" y="2392560"/>
            <a:ext cx="231480" cy="118440"/>
            <a:chOff x="102600" y="2392560"/>
            <a:chExt cx="231480" cy="118440"/>
          </a:xfrm>
        </p:grpSpPr>
        <p:sp>
          <p:nvSpPr>
            <p:cNvPr id="207" name="Rectangle 47"/>
            <p:cNvSpPr/>
            <p:nvPr/>
          </p:nvSpPr>
          <p:spPr>
            <a:xfrm>
              <a:off x="102600" y="239544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208" name="Graphic 48" descr="Close with solid fill"/>
            <p:cNvPicPr/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/>
          </p:blipFill>
          <p:spPr>
            <a:xfrm>
              <a:off x="211680" y="23954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09" name="Graphic 58" descr="Checkmark with solid fill"/>
            <p:cNvPicPr/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/>
          </p:blipFill>
          <p:spPr>
            <a:xfrm>
              <a:off x="120240" y="239256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10" name="Group 59"/>
          <p:cNvGrpSpPr/>
          <p:nvPr/>
        </p:nvGrpSpPr>
        <p:grpSpPr>
          <a:xfrm>
            <a:off x="102600" y="2545200"/>
            <a:ext cx="231480" cy="118080"/>
            <a:chOff x="102600" y="2545200"/>
            <a:chExt cx="231480" cy="118080"/>
          </a:xfrm>
        </p:grpSpPr>
        <p:sp>
          <p:nvSpPr>
            <p:cNvPr id="211" name="Rectangle 60"/>
            <p:cNvSpPr/>
            <p:nvPr/>
          </p:nvSpPr>
          <p:spPr>
            <a:xfrm>
              <a:off x="102600" y="254772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212" name="Graphic 63" descr="Close with solid fill"/>
            <p:cNvPicPr/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/>
          </p:blipFill>
          <p:spPr>
            <a:xfrm>
              <a:off x="211680" y="254772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3" name="Graphic 65" descr="Checkmark with solid fill"/>
            <p:cNvPicPr/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/>
          </p:blipFill>
          <p:spPr>
            <a:xfrm>
              <a:off x="120240" y="254520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14" name="Rectangle 67"/>
          <p:cNvSpPr/>
          <p:nvPr/>
        </p:nvSpPr>
        <p:spPr>
          <a:xfrm>
            <a:off x="600840" y="2379960"/>
            <a:ext cx="152280" cy="1836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15" name="Rectangle 69"/>
          <p:cNvSpPr/>
          <p:nvPr/>
        </p:nvSpPr>
        <p:spPr>
          <a:xfrm>
            <a:off x="506520" y="5262120"/>
            <a:ext cx="340920" cy="219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216" name="Group 72"/>
          <p:cNvGrpSpPr/>
          <p:nvPr/>
        </p:nvGrpSpPr>
        <p:grpSpPr>
          <a:xfrm>
            <a:off x="88560" y="5145120"/>
            <a:ext cx="231480" cy="118080"/>
            <a:chOff x="88560" y="5145120"/>
            <a:chExt cx="231480" cy="118080"/>
          </a:xfrm>
        </p:grpSpPr>
        <p:sp>
          <p:nvSpPr>
            <p:cNvPr id="217" name="Rectangle 81"/>
            <p:cNvSpPr/>
            <p:nvPr/>
          </p:nvSpPr>
          <p:spPr>
            <a:xfrm>
              <a:off x="88560" y="514764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218" name="Graphic 82" descr="Close with solid fill"/>
            <p:cNvPicPr/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/>
          </p:blipFill>
          <p:spPr>
            <a:xfrm>
              <a:off x="197640" y="51476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19" name="Graphic 83" descr="Checkmark with solid fill"/>
            <p:cNvPicPr/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/>
          </p:blipFill>
          <p:spPr>
            <a:xfrm>
              <a:off x="106200" y="514512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0" name="Group 85"/>
          <p:cNvGrpSpPr/>
          <p:nvPr/>
        </p:nvGrpSpPr>
        <p:grpSpPr>
          <a:xfrm>
            <a:off x="88560" y="5297400"/>
            <a:ext cx="231480" cy="118440"/>
            <a:chOff x="88560" y="5297400"/>
            <a:chExt cx="231480" cy="118440"/>
          </a:xfrm>
        </p:grpSpPr>
        <p:sp>
          <p:nvSpPr>
            <p:cNvPr id="221" name="Rectangle 86"/>
            <p:cNvSpPr/>
            <p:nvPr/>
          </p:nvSpPr>
          <p:spPr>
            <a:xfrm>
              <a:off x="88560" y="530028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222" name="Graphic 87" descr="Close with solid fill"/>
            <p:cNvPicPr/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/>
          </p:blipFill>
          <p:spPr>
            <a:xfrm>
              <a:off x="197640" y="53002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3" name="Graphic 89" descr="Checkmark with solid fill"/>
            <p:cNvPicPr/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/>
          </p:blipFill>
          <p:spPr>
            <a:xfrm>
              <a:off x="106200" y="529740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24" name="Group 90"/>
          <p:cNvGrpSpPr/>
          <p:nvPr/>
        </p:nvGrpSpPr>
        <p:grpSpPr>
          <a:xfrm>
            <a:off x="88560" y="5450040"/>
            <a:ext cx="231480" cy="118080"/>
            <a:chOff x="88560" y="5450040"/>
            <a:chExt cx="231480" cy="118080"/>
          </a:xfrm>
        </p:grpSpPr>
        <p:sp>
          <p:nvSpPr>
            <p:cNvPr id="225" name="Rectangle 92"/>
            <p:cNvSpPr/>
            <p:nvPr/>
          </p:nvSpPr>
          <p:spPr>
            <a:xfrm>
              <a:off x="88560" y="545256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226" name="Graphic 93" descr="Close with solid fill"/>
            <p:cNvPicPr/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/>
          </p:blipFill>
          <p:spPr>
            <a:xfrm>
              <a:off x="197640" y="545256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27" name="Graphic 94" descr="Checkmark with solid fill"/>
            <p:cNvPicPr/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/>
          </p:blipFill>
          <p:spPr>
            <a:xfrm>
              <a:off x="106200" y="54500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28" name="TextBox 95"/>
          <p:cNvSpPr/>
          <p:nvPr/>
        </p:nvSpPr>
        <p:spPr>
          <a:xfrm>
            <a:off x="441360" y="5487120"/>
            <a:ext cx="469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Jury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9" name="TextBox 98"/>
          <p:cNvSpPr/>
          <p:nvPr/>
        </p:nvSpPr>
        <p:spPr>
          <a:xfrm>
            <a:off x="368280" y="2569680"/>
            <a:ext cx="6156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Referee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 +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Down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0" name="Connector: Elbow 99"/>
          <p:cNvCxnSpPr>
            <a:stCxn id="231" idx="3"/>
            <a:endCxn id="194" idx="1"/>
          </p:cNvCxnSpPr>
          <p:nvPr/>
        </p:nvCxnSpPr>
        <p:spPr>
          <a:xfrm>
            <a:off x="923040" y="235440"/>
            <a:ext cx="1287360" cy="720"/>
          </a:xfrm>
          <a:prstGeom prst="bentConnector3">
            <a:avLst>
              <a:gd name="adj1" fmla="val 50013"/>
            </a:avLst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232" name="Straight Arrow Connector 100"/>
          <p:cNvCxnSpPr>
            <a:stCxn id="197" idx="1"/>
            <a:endCxn id="214" idx="3"/>
          </p:cNvCxnSpPr>
          <p:nvPr/>
        </p:nvCxnSpPr>
        <p:spPr>
          <a:xfrm flipH="1" flipV="1">
            <a:off x="753120" y="2471760"/>
            <a:ext cx="1457280" cy="468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233" name="Straight Arrow Connector 101"/>
          <p:cNvCxnSpPr>
            <a:stCxn id="200" idx="1"/>
            <a:endCxn id="215" idx="3"/>
          </p:cNvCxnSpPr>
          <p:nvPr/>
        </p:nvCxnSpPr>
        <p:spPr>
          <a:xfrm flipH="1" flipV="1">
            <a:off x="847440" y="5372280"/>
            <a:ext cx="1362960" cy="252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234" name="TextBox 102"/>
          <p:cNvSpPr/>
          <p:nvPr/>
        </p:nvSpPr>
        <p:spPr>
          <a:xfrm>
            <a:off x="1798560" y="6048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5" name="TextBox 104"/>
          <p:cNvSpPr/>
          <p:nvPr/>
        </p:nvSpPr>
        <p:spPr>
          <a:xfrm>
            <a:off x="1820520" y="231012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6" name="TextBox 105"/>
          <p:cNvSpPr/>
          <p:nvPr/>
        </p:nvSpPr>
        <p:spPr>
          <a:xfrm>
            <a:off x="1820520" y="520740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237" name="Straight Arrow Connector 108"/>
          <p:cNvCxnSpPr/>
          <p:nvPr/>
        </p:nvCxnSpPr>
        <p:spPr>
          <a:xfrm flipH="1">
            <a:off x="2647080" y="2484000"/>
            <a:ext cx="1365840" cy="360"/>
          </a:xfrm>
          <a:prstGeom prst="straightConnector1">
            <a:avLst/>
          </a:prstGeom>
          <a:ln w="12700">
            <a:solidFill>
              <a:srgbClr val="4472C4"/>
            </a:solidFill>
            <a:tailEnd len="med" type="triangle" w="med"/>
          </a:ln>
        </p:spPr>
      </p:cxnSp>
      <p:sp>
        <p:nvSpPr>
          <p:cNvPr id="238" name="TextBox 111"/>
          <p:cNvSpPr/>
          <p:nvPr/>
        </p:nvSpPr>
        <p:spPr>
          <a:xfrm>
            <a:off x="272880" y="27648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Timekeeper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9" name="TextBox 113"/>
          <p:cNvSpPr/>
          <p:nvPr/>
        </p:nvSpPr>
        <p:spPr>
          <a:xfrm>
            <a:off x="1029960" y="177228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0" name="Graphic 115" descr="Monitor with solid fill"/>
          <p:cNvPicPr/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/>
        </p:blipFill>
        <p:spPr>
          <a:xfrm>
            <a:off x="1281960" y="137628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41" name="TextBox 116"/>
          <p:cNvSpPr/>
          <p:nvPr/>
        </p:nvSpPr>
        <p:spPr>
          <a:xfrm>
            <a:off x="1029960" y="102924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42" name="Graphic 117" descr="Monitor with solid fill"/>
          <p:cNvPicPr/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/>
        </p:blipFill>
        <p:spPr>
          <a:xfrm>
            <a:off x="1281960" y="65628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43" name="Picture 2" descr="Cheapest Computer Chip Raspberry Pi!"/>
          <p:cNvPicPr/>
          <p:nvPr/>
        </p:nvPicPr>
        <p:blipFill>
          <a:blip r:embed="rId40"/>
          <a:stretch/>
        </p:blipFill>
        <p:spPr>
          <a:xfrm flipH="1">
            <a:off x="2335320" y="77724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44" name="Straight Arrow Connector 121"/>
          <p:cNvCxnSpPr/>
          <p:nvPr/>
        </p:nvCxnSpPr>
        <p:spPr>
          <a:xfrm flipH="1">
            <a:off x="1785960" y="88056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245" name="TextBox 122"/>
          <p:cNvSpPr/>
          <p:nvPr/>
        </p:nvSpPr>
        <p:spPr>
          <a:xfrm>
            <a:off x="1828080" y="73728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6" name="TextBox 138"/>
          <p:cNvSpPr/>
          <p:nvPr/>
        </p:nvSpPr>
        <p:spPr>
          <a:xfrm>
            <a:off x="1968480" y="98748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Room Displays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247" name="Group 146"/>
          <p:cNvGrpSpPr/>
          <p:nvPr/>
        </p:nvGrpSpPr>
        <p:grpSpPr>
          <a:xfrm>
            <a:off x="504000" y="120240"/>
            <a:ext cx="419040" cy="230400"/>
            <a:chOff x="504000" y="120240"/>
            <a:chExt cx="419040" cy="230400"/>
          </a:xfrm>
        </p:grpSpPr>
        <p:sp>
          <p:nvSpPr>
            <p:cNvPr id="248" name="Rectangle 147"/>
            <p:cNvSpPr/>
            <p:nvPr/>
          </p:nvSpPr>
          <p:spPr>
            <a:xfrm>
              <a:off x="582840" y="18000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31" name="TextBox 148"/>
            <p:cNvSpPr/>
            <p:nvPr/>
          </p:nvSpPr>
          <p:spPr>
            <a:xfrm>
              <a:off x="504000" y="120240"/>
              <a:ext cx="419040" cy="23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CA" sz="900" b="0" u="none" strike="noStrike">
                  <a:solidFill>
                    <a:schemeClr val="accent6">
                      <a:lumMod val="40000"/>
                      <a:lumOff val="60000"/>
                    </a:schemeClr>
                  </a:solidFill>
                  <a:effectLst/>
                  <a:uFillTx/>
                  <a:latin typeface="Webdings"/>
                </a:rPr>
                <a:t>4</a:t>
              </a:r>
              <a:r>
                <a:rPr lang="en-CA" sz="900" b="0" u="none" strike="noStrike">
                  <a:solidFill>
                    <a:srgbClr val="FF0000"/>
                  </a:solidFill>
                  <a:effectLst/>
                  <a:uFillTx/>
                  <a:latin typeface="Webdings"/>
                </a:rPr>
                <a:t>&lt;</a:t>
              </a:r>
              <a:endParaRPr lang="en-CA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cxnSp>
        <p:nvCxnSpPr>
          <p:cNvPr id="249" name="Connector: Elbow 158"/>
          <p:cNvCxnSpPr>
            <a:stCxn id="246" idx="2"/>
          </p:cNvCxnSpPr>
          <p:nvPr/>
        </p:nvCxnSpPr>
        <p:spPr>
          <a:xfrm rot="5400000">
            <a:off x="1981800" y="1187640"/>
            <a:ext cx="230040" cy="682920"/>
          </a:xfrm>
          <a:prstGeom prst="bentConnector3">
            <a:avLst>
              <a:gd name="adj1" fmla="val 100000"/>
            </a:avLst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250" name="TextBox 160"/>
          <p:cNvSpPr/>
          <p:nvPr/>
        </p:nvSpPr>
        <p:spPr>
          <a:xfrm>
            <a:off x="1664640" y="1486440"/>
            <a:ext cx="88812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Fiber  30m 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1" name="Graphic 24" descr="Laptop"/>
          <p:cNvPicPr/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/>
        </p:blipFill>
        <p:spPr>
          <a:xfrm>
            <a:off x="4082400" y="563148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52" name="TextBox 25"/>
          <p:cNvSpPr/>
          <p:nvPr/>
        </p:nvSpPr>
        <p:spPr>
          <a:xfrm>
            <a:off x="3951000" y="6032160"/>
            <a:ext cx="81756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ts val="1001"/>
              </a:lnSpc>
            </a:pP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OBS</a:t>
            </a:r>
            <a:br>
              <a:rPr sz="1010"/>
            </a:b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Streaming 1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3" name="Graphic 26" descr="Laptop"/>
          <p:cNvPicPr/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/>
        </p:blipFill>
        <p:spPr>
          <a:xfrm>
            <a:off x="4106160" y="303156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54" name="Straight Arrow Connector 27"/>
          <p:cNvCxnSpPr>
            <a:endCxn id="255" idx="31"/>
          </p:cNvCxnSpPr>
          <p:nvPr/>
        </p:nvCxnSpPr>
        <p:spPr>
          <a:xfrm flipH="1">
            <a:off x="4348080" y="3615480"/>
            <a:ext cx="2160" cy="201240"/>
          </a:xfrm>
          <a:prstGeom prst="straightConnector1">
            <a:avLst/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grpSp>
        <p:nvGrpSpPr>
          <p:cNvPr id="256" name="Graphic 8"/>
          <p:cNvGrpSpPr/>
          <p:nvPr/>
        </p:nvGrpSpPr>
        <p:grpSpPr>
          <a:xfrm>
            <a:off x="4122720" y="3816360"/>
            <a:ext cx="451080" cy="451440"/>
            <a:chOff x="4122720" y="3816360"/>
            <a:chExt cx="451080" cy="451440"/>
          </a:xfrm>
        </p:grpSpPr>
        <p:sp>
          <p:nvSpPr>
            <p:cNvPr id="255" name="Freeform: Shape 29"/>
            <p:cNvSpPr/>
            <p:nvPr/>
          </p:nvSpPr>
          <p:spPr>
            <a:xfrm>
              <a:off x="4122720" y="3816360"/>
              <a:ext cx="451080" cy="451440"/>
            </a:xfrm>
            <a:custGeom>
              <a:avLst/>
              <a:gdLst>
                <a:gd name="textAreaLeft" fmla="*/ 0 w 451080"/>
                <a:gd name="textAreaRight" fmla="*/ 451440 w 451080"/>
                <a:gd name="textAreaTop" fmla="*/ 0 h 451440"/>
                <a:gd name="textAreaBottom" fmla="*/ 451800 h 451440"/>
                <a:gd name="GluePoint1X" fmla="*/ 101980 w 451353"/>
                <a:gd name="GluePoint1Y" fmla="*/ 1780 h 451799"/>
                <a:gd name="GluePoint2X" fmla="*/ 76150 w 451353"/>
                <a:gd name="GluePoint2Y" fmla="*/ 21679 h 451799"/>
                <a:gd name="GluePoint3X" fmla="*/ 70410 w 451353"/>
                <a:gd name="GluePoint3Y" fmla="*/ 97255 h 451799"/>
                <a:gd name="GluePoint4X" fmla="*/ 70410 w 451353"/>
                <a:gd name="GluePoint4Y" fmla="*/ 155612 h 451799"/>
                <a:gd name="GluePoint5X" fmla="*/ 54530 w 451353"/>
                <a:gd name="GluePoint5Y" fmla="*/ 155612 h 451799"/>
                <a:gd name="GluePoint6X" fmla="*/ 21429 w 451353"/>
                <a:gd name="GluePoint6Y" fmla="*/ 161352 h 451799"/>
                <a:gd name="GluePoint7X" fmla="*/ 1531 w 451353"/>
                <a:gd name="GluePoint7Y" fmla="*/ 187182 h 451799"/>
                <a:gd name="GluePoint8X" fmla="*/ 0 w 451353"/>
                <a:gd name="GluePoint8Y" fmla="*/ 264480 h 451799"/>
                <a:gd name="GluePoint9X" fmla="*/ 4783 w 451353"/>
                <a:gd name="GluePoint9Y" fmla="*/ 351536 h 451799"/>
                <a:gd name="GluePoint10X" fmla="*/ 22577 w 451353"/>
                <a:gd name="GluePoint10Y" fmla="*/ 369330 h 451799"/>
                <a:gd name="GluePoint11X" fmla="*/ 54338 w 451353"/>
                <a:gd name="GluePoint11Y" fmla="*/ 374305 h 451799"/>
                <a:gd name="GluePoint12X" fmla="*/ 70410 w 451353"/>
                <a:gd name="GluePoint12Y" fmla="*/ 374305 h 451799"/>
                <a:gd name="GluePoint13X" fmla="*/ 70410 w 451353"/>
                <a:gd name="GluePoint13Y" fmla="*/ 393821 h 451799"/>
                <a:gd name="GluePoint14X" fmla="*/ 75194 w 451353"/>
                <a:gd name="GluePoint14Y" fmla="*/ 428834 h 451799"/>
                <a:gd name="GluePoint15X" fmla="*/ 91266 w 451353"/>
                <a:gd name="GluePoint15Y" fmla="*/ 445672 h 451799"/>
                <a:gd name="GluePoint16X" fmla="*/ 225007 w 451353"/>
                <a:gd name="GluePoint16Y" fmla="*/ 451794 h 451799"/>
                <a:gd name="GluePoint17X" fmla="*/ 359514 w 451353"/>
                <a:gd name="GluePoint17Y" fmla="*/ 446054 h 451799"/>
                <a:gd name="GluePoint18X" fmla="*/ 374820 w 451353"/>
                <a:gd name="GluePoint18Y" fmla="*/ 430939 h 451799"/>
                <a:gd name="GluePoint19X" fmla="*/ 380943 w 451353"/>
                <a:gd name="GluePoint19Y" fmla="*/ 394203 h 451799"/>
                <a:gd name="GluePoint20X" fmla="*/ 380943 w 451353"/>
                <a:gd name="GluePoint20Y" fmla="*/ 374113 h 451799"/>
                <a:gd name="GluePoint21X" fmla="*/ 396823 w 451353"/>
                <a:gd name="GluePoint21Y" fmla="*/ 374113 h 451799"/>
                <a:gd name="GluePoint22X" fmla="*/ 429924 w 451353"/>
                <a:gd name="GluePoint22Y" fmla="*/ 368373 h 451799"/>
                <a:gd name="GluePoint23X" fmla="*/ 449823 w 451353"/>
                <a:gd name="GluePoint23Y" fmla="*/ 342544 h 451799"/>
                <a:gd name="GluePoint24X" fmla="*/ 451353 w 451353"/>
                <a:gd name="GluePoint24Y" fmla="*/ 265245 h 451799"/>
                <a:gd name="GluePoint25X" fmla="*/ 446570 w 451353"/>
                <a:gd name="GluePoint25Y" fmla="*/ 178380 h 451799"/>
                <a:gd name="GluePoint26X" fmla="*/ 429541 w 451353"/>
                <a:gd name="GluePoint26Y" fmla="*/ 160778 h 451799"/>
                <a:gd name="GluePoint27X" fmla="*/ 397015 w 451353"/>
                <a:gd name="GluePoint27Y" fmla="*/ 155229 h 451799"/>
                <a:gd name="GluePoint28X" fmla="*/ 380943 w 451353"/>
                <a:gd name="GluePoint28Y" fmla="*/ 155229 h 451799"/>
                <a:gd name="GluePoint29X" fmla="*/ 380943 w 451353"/>
                <a:gd name="GluePoint29Y" fmla="*/ 96299 h 451799"/>
                <a:gd name="GluePoint30X" fmla="*/ 374820 w 451353"/>
                <a:gd name="GluePoint30Y" fmla="*/ 20722 h 451799"/>
                <a:gd name="GluePoint31X" fmla="*/ 357983 w 451353"/>
                <a:gd name="GluePoint31Y" fmla="*/ 4650 h 451799"/>
                <a:gd name="GluePoint32X" fmla="*/ 225390 w 451353"/>
                <a:gd name="GluePoint32Y" fmla="*/ 58 h 451799"/>
                <a:gd name="GluePoint33X" fmla="*/ 101980 w 451353"/>
                <a:gd name="GluePoint33Y" fmla="*/ 1780 h 451799"/>
                <a:gd name="GluePoint34X" fmla="*/ 346120 w 451353"/>
                <a:gd name="GluePoint34Y" fmla="*/ 30672 h 451799"/>
                <a:gd name="GluePoint35X" fmla="*/ 350712 w 451353"/>
                <a:gd name="GluePoint35Y" fmla="*/ 35455 h 451799"/>
                <a:gd name="GluePoint36X" fmla="*/ 352626 w 451353"/>
                <a:gd name="GluePoint36Y" fmla="*/ 38325 h 451799"/>
                <a:gd name="GluePoint37X" fmla="*/ 352626 w 451353"/>
                <a:gd name="GluePoint37Y" fmla="*/ 96873 h 451799"/>
                <a:gd name="GluePoint38X" fmla="*/ 352626 w 451353"/>
                <a:gd name="GluePoint38Y" fmla="*/ 155420 h 451799"/>
                <a:gd name="GluePoint39X" fmla="*/ 225581 w 451353"/>
                <a:gd name="GluePoint39Y" fmla="*/ 155420 h 451799"/>
                <a:gd name="GluePoint40X" fmla="*/ 98536 w 451353"/>
                <a:gd name="GluePoint40Y" fmla="*/ 155420 h 451799"/>
                <a:gd name="GluePoint41X" fmla="*/ 98536 w 451353"/>
                <a:gd name="GluePoint41Y" fmla="*/ 96873 h 451799"/>
                <a:gd name="GluePoint42X" fmla="*/ 98536 w 451353"/>
                <a:gd name="GluePoint42Y" fmla="*/ 38325 h 451799"/>
                <a:gd name="GluePoint43X" fmla="*/ 100641 w 451353"/>
                <a:gd name="GluePoint43Y" fmla="*/ 35264 h 451799"/>
                <a:gd name="GluePoint44X" fmla="*/ 105616 w 451353"/>
                <a:gd name="GluePoint44Y" fmla="*/ 30289 h 451799"/>
                <a:gd name="GluePoint45X" fmla="*/ 108677 w 451353"/>
                <a:gd name="GluePoint45Y" fmla="*/ 28184 h 451799"/>
                <a:gd name="GluePoint46X" fmla="*/ 226346 w 451353"/>
                <a:gd name="GluePoint46Y" fmla="*/ 28376 h 451799"/>
                <a:gd name="GluePoint47X" fmla="*/ 344016 w 451353"/>
                <a:gd name="GluePoint47Y" fmla="*/ 28567 h 451799"/>
                <a:gd name="GluePoint48X" fmla="*/ 346120 w 451353"/>
                <a:gd name="GluePoint48Y" fmla="*/ 30672 h 451799"/>
                <a:gd name="GluePoint49X" fmla="*/ 416148 w 451353"/>
                <a:gd name="GluePoint49Y" fmla="*/ 185651 h 451799"/>
                <a:gd name="GluePoint50X" fmla="*/ 420931 w 451353"/>
                <a:gd name="GluePoint50Y" fmla="*/ 190243 h 451799"/>
                <a:gd name="GluePoint51X" fmla="*/ 422845 w 451353"/>
                <a:gd name="GluePoint51Y" fmla="*/ 265054 h 451799"/>
                <a:gd name="GluePoint52X" fmla="*/ 420931 w 451353"/>
                <a:gd name="GluePoint52Y" fmla="*/ 339674 h 451799"/>
                <a:gd name="GluePoint53X" fmla="*/ 397589 w 451353"/>
                <a:gd name="GluePoint53Y" fmla="*/ 345987 h 451799"/>
                <a:gd name="GluePoint54X" fmla="*/ 380943 w 451353"/>
                <a:gd name="GluePoint54Y" fmla="*/ 346179 h 451799"/>
                <a:gd name="GluePoint55X" fmla="*/ 380943 w 451353"/>
                <a:gd name="GluePoint55Y" fmla="*/ 332212 h 451799"/>
                <a:gd name="GluePoint56X" fmla="*/ 380943 w 451353"/>
                <a:gd name="GluePoint56Y" fmla="*/ 318244 h 451799"/>
                <a:gd name="GluePoint57X" fmla="*/ 384387 w 451353"/>
                <a:gd name="GluePoint57Y" fmla="*/ 317288 h 451799"/>
                <a:gd name="GluePoint58X" fmla="*/ 393762 w 451353"/>
                <a:gd name="GluePoint58Y" fmla="*/ 308678 h 451799"/>
                <a:gd name="GluePoint59X" fmla="*/ 386874 w 451353"/>
                <a:gd name="GluePoint59Y" fmla="*/ 291458 h 451799"/>
                <a:gd name="GluePoint60X" fmla="*/ 225772 w 451353"/>
                <a:gd name="GluePoint60Y" fmla="*/ 289736 h 451799"/>
                <a:gd name="GluePoint61X" fmla="*/ 64670 w 451353"/>
                <a:gd name="GluePoint61Y" fmla="*/ 291458 h 451799"/>
                <a:gd name="GluePoint62X" fmla="*/ 57782 w 451353"/>
                <a:gd name="GluePoint62Y" fmla="*/ 308678 h 451799"/>
                <a:gd name="GluePoint63X" fmla="*/ 67158 w 451353"/>
                <a:gd name="GluePoint63Y" fmla="*/ 317288 h 451799"/>
                <a:gd name="GluePoint64X" fmla="*/ 70602 w 451353"/>
                <a:gd name="GluePoint64Y" fmla="*/ 318244 h 451799"/>
                <a:gd name="GluePoint65X" fmla="*/ 70602 w 451353"/>
                <a:gd name="GluePoint65Y" fmla="*/ 332212 h 451799"/>
                <a:gd name="GluePoint66X" fmla="*/ 70602 w 451353"/>
                <a:gd name="GluePoint66Y" fmla="*/ 346179 h 451799"/>
                <a:gd name="GluePoint67X" fmla="*/ 54338 w 451353"/>
                <a:gd name="GluePoint67Y" fmla="*/ 346179 h 451799"/>
                <a:gd name="GluePoint68X" fmla="*/ 35205 w 451353"/>
                <a:gd name="GluePoint68Y" fmla="*/ 344074 h 451799"/>
                <a:gd name="GluePoint69X" fmla="*/ 30231 w 451353"/>
                <a:gd name="GluePoint69Y" fmla="*/ 339100 h 451799"/>
                <a:gd name="GluePoint70X" fmla="*/ 28126 w 451353"/>
                <a:gd name="GluePoint70Y" fmla="*/ 336038 h 451799"/>
                <a:gd name="GluePoint71X" fmla="*/ 28126 w 451353"/>
                <a:gd name="GluePoint71Y" fmla="*/ 264863 h 451799"/>
                <a:gd name="GluePoint72X" fmla="*/ 28126 w 451353"/>
                <a:gd name="GluePoint72Y" fmla="*/ 193687 h 451799"/>
                <a:gd name="GluePoint73X" fmla="*/ 30231 w 451353"/>
                <a:gd name="GluePoint73Y" fmla="*/ 190626 h 451799"/>
                <a:gd name="GluePoint74X" fmla="*/ 35205 w 451353"/>
                <a:gd name="GluePoint74Y" fmla="*/ 185651 h 451799"/>
                <a:gd name="GluePoint75X" fmla="*/ 38266 w 451353"/>
                <a:gd name="GluePoint75Y" fmla="*/ 183546 h 451799"/>
                <a:gd name="GluePoint76X" fmla="*/ 225581 w 451353"/>
                <a:gd name="GluePoint76Y" fmla="*/ 183546 h 451799"/>
                <a:gd name="GluePoint77X" fmla="*/ 413278 w 451353"/>
                <a:gd name="GluePoint77Y" fmla="*/ 183546 h 451799"/>
                <a:gd name="GluePoint78X" fmla="*/ 416148 w 451353"/>
                <a:gd name="GluePoint78Y" fmla="*/ 185651 h 451799"/>
                <a:gd name="GluePoint79X" fmla="*/ 352434 w 451353"/>
                <a:gd name="GluePoint79Y" fmla="*/ 366269 h 451799"/>
                <a:gd name="GluePoint80X" fmla="*/ 350330 w 451353"/>
                <a:gd name="GluePoint80Y" fmla="*/ 417163 h 451799"/>
                <a:gd name="GluePoint81X" fmla="*/ 346120 w 451353"/>
                <a:gd name="GluePoint81Y" fmla="*/ 421372 h 451799"/>
                <a:gd name="GluePoint82X" fmla="*/ 225581 w 451353"/>
                <a:gd name="GluePoint82Y" fmla="*/ 423286 h 451799"/>
                <a:gd name="GluePoint83X" fmla="*/ 105042 w 451353"/>
                <a:gd name="GluePoint83Y" fmla="*/ 421372 h 451799"/>
                <a:gd name="GluePoint84X" fmla="*/ 100832 w 451353"/>
                <a:gd name="GluePoint84Y" fmla="*/ 417163 h 451799"/>
                <a:gd name="GluePoint85X" fmla="*/ 98728 w 451353"/>
                <a:gd name="GluePoint85Y" fmla="*/ 366269 h 451799"/>
                <a:gd name="GluePoint86X" fmla="*/ 98536 w 451353"/>
                <a:gd name="GluePoint86Y" fmla="*/ 317862 h 451799"/>
                <a:gd name="GluePoint87X" fmla="*/ 225581 w 451353"/>
                <a:gd name="GluePoint87Y" fmla="*/ 317862 h 451799"/>
                <a:gd name="GluePoint88X" fmla="*/ 352626 w 451353"/>
                <a:gd name="GluePoint88Y" fmla="*/ 317862 h 451799"/>
                <a:gd name="GluePoint89X" fmla="*/ 352434 w 451353"/>
                <a:gd name="GluePoint89Y" fmla="*/ 366269 h 4517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</a:cxnLst>
              <a:rect l="textAreaLeft" t="textAreaTop" r="textAreaRight" b="textAreaBottom"/>
              <a:pathLst>
                <a:path w="451353" h="451799">
                  <a:moveTo>
                    <a:pt x="101980" y="1780"/>
                  </a:moveTo>
                  <a:cubicBezTo>
                    <a:pt x="91266" y="4650"/>
                    <a:pt x="82273" y="11538"/>
                    <a:pt x="76150" y="21679"/>
                  </a:cubicBezTo>
                  <a:cubicBezTo>
                    <a:pt x="70410" y="31246"/>
                    <a:pt x="70410" y="32202"/>
                    <a:pt x="70410" y="97255"/>
                  </a:cubicBezTo>
                  <a:lnTo>
                    <a:pt x="70410" y="155612"/>
                  </a:lnTo>
                  <a:lnTo>
                    <a:pt x="54530" y="155612"/>
                  </a:lnTo>
                  <a:cubicBezTo>
                    <a:pt x="35970" y="155612"/>
                    <a:pt x="29083" y="156760"/>
                    <a:pt x="21429" y="161352"/>
                  </a:cubicBezTo>
                  <a:cubicBezTo>
                    <a:pt x="11289" y="167474"/>
                    <a:pt x="4401" y="176467"/>
                    <a:pt x="1531" y="187182"/>
                  </a:cubicBezTo>
                  <a:cubicBezTo>
                    <a:pt x="191" y="192539"/>
                    <a:pt x="0" y="199810"/>
                    <a:pt x="0" y="264480"/>
                  </a:cubicBezTo>
                  <a:cubicBezTo>
                    <a:pt x="0" y="342161"/>
                    <a:pt x="0" y="341778"/>
                    <a:pt x="4783" y="351536"/>
                  </a:cubicBezTo>
                  <a:cubicBezTo>
                    <a:pt x="7845" y="357467"/>
                    <a:pt x="16646" y="366269"/>
                    <a:pt x="22577" y="369330"/>
                  </a:cubicBezTo>
                  <a:cubicBezTo>
                    <a:pt x="30422" y="373348"/>
                    <a:pt x="36544" y="374305"/>
                    <a:pt x="54338" y="374305"/>
                  </a:cubicBezTo>
                  <a:lnTo>
                    <a:pt x="70410" y="374305"/>
                  </a:lnTo>
                  <a:lnTo>
                    <a:pt x="70410" y="393821"/>
                  </a:lnTo>
                  <a:cubicBezTo>
                    <a:pt x="70410" y="415059"/>
                    <a:pt x="71176" y="420990"/>
                    <a:pt x="75194" y="428834"/>
                  </a:cubicBezTo>
                  <a:cubicBezTo>
                    <a:pt x="78255" y="434766"/>
                    <a:pt x="85143" y="442036"/>
                    <a:pt x="91266" y="445672"/>
                  </a:cubicBezTo>
                  <a:cubicBezTo>
                    <a:pt x="101980" y="452177"/>
                    <a:pt x="94518" y="451794"/>
                    <a:pt x="225007" y="451794"/>
                  </a:cubicBezTo>
                  <a:cubicBezTo>
                    <a:pt x="355113" y="451794"/>
                    <a:pt x="349182" y="452177"/>
                    <a:pt x="359514" y="446054"/>
                  </a:cubicBezTo>
                  <a:cubicBezTo>
                    <a:pt x="366210" y="442036"/>
                    <a:pt x="370994" y="437253"/>
                    <a:pt x="374820" y="430939"/>
                  </a:cubicBezTo>
                  <a:cubicBezTo>
                    <a:pt x="379986" y="422520"/>
                    <a:pt x="380943" y="417163"/>
                    <a:pt x="380943" y="394203"/>
                  </a:cubicBezTo>
                  <a:lnTo>
                    <a:pt x="380943" y="374113"/>
                  </a:lnTo>
                  <a:lnTo>
                    <a:pt x="396823" y="374113"/>
                  </a:lnTo>
                  <a:cubicBezTo>
                    <a:pt x="415383" y="374113"/>
                    <a:pt x="422271" y="372965"/>
                    <a:pt x="429924" y="368373"/>
                  </a:cubicBezTo>
                  <a:cubicBezTo>
                    <a:pt x="440065" y="362251"/>
                    <a:pt x="446953" y="353258"/>
                    <a:pt x="449823" y="342544"/>
                  </a:cubicBezTo>
                  <a:cubicBezTo>
                    <a:pt x="451162" y="337186"/>
                    <a:pt x="451353" y="329916"/>
                    <a:pt x="451353" y="265245"/>
                  </a:cubicBezTo>
                  <a:cubicBezTo>
                    <a:pt x="451353" y="187947"/>
                    <a:pt x="451353" y="187947"/>
                    <a:pt x="446570" y="178380"/>
                  </a:cubicBezTo>
                  <a:cubicBezTo>
                    <a:pt x="443509" y="172066"/>
                    <a:pt x="435473" y="164030"/>
                    <a:pt x="429541" y="160778"/>
                  </a:cubicBezTo>
                  <a:cubicBezTo>
                    <a:pt x="421314" y="156377"/>
                    <a:pt x="415191" y="155229"/>
                    <a:pt x="397015" y="155229"/>
                  </a:cubicBezTo>
                  <a:lnTo>
                    <a:pt x="380943" y="155229"/>
                  </a:lnTo>
                  <a:lnTo>
                    <a:pt x="380943" y="96299"/>
                  </a:lnTo>
                  <a:cubicBezTo>
                    <a:pt x="380943" y="30672"/>
                    <a:pt x="380943" y="30863"/>
                    <a:pt x="374820" y="20722"/>
                  </a:cubicBezTo>
                  <a:cubicBezTo>
                    <a:pt x="371185" y="14600"/>
                    <a:pt x="363914" y="7712"/>
                    <a:pt x="357983" y="4650"/>
                  </a:cubicBezTo>
                  <a:cubicBezTo>
                    <a:pt x="348225" y="-133"/>
                    <a:pt x="352434" y="-133"/>
                    <a:pt x="225390" y="58"/>
                  </a:cubicBezTo>
                  <a:cubicBezTo>
                    <a:pt x="117095" y="250"/>
                    <a:pt x="107337" y="441"/>
                    <a:pt x="101980" y="1780"/>
                  </a:cubicBezTo>
                  <a:close/>
                  <a:moveTo>
                    <a:pt x="346120" y="30672"/>
                  </a:moveTo>
                  <a:cubicBezTo>
                    <a:pt x="347460" y="31628"/>
                    <a:pt x="349564" y="33924"/>
                    <a:pt x="350712" y="35455"/>
                  </a:cubicBezTo>
                  <a:lnTo>
                    <a:pt x="352626" y="38325"/>
                  </a:lnTo>
                  <a:lnTo>
                    <a:pt x="352626" y="96873"/>
                  </a:lnTo>
                  <a:lnTo>
                    <a:pt x="352626" y="155420"/>
                  </a:lnTo>
                  <a:lnTo>
                    <a:pt x="225581" y="155420"/>
                  </a:lnTo>
                  <a:lnTo>
                    <a:pt x="98536" y="155420"/>
                  </a:lnTo>
                  <a:lnTo>
                    <a:pt x="98536" y="96873"/>
                  </a:lnTo>
                  <a:lnTo>
                    <a:pt x="98536" y="38325"/>
                  </a:lnTo>
                  <a:lnTo>
                    <a:pt x="100641" y="35264"/>
                  </a:lnTo>
                  <a:cubicBezTo>
                    <a:pt x="101789" y="33733"/>
                    <a:pt x="104085" y="31437"/>
                    <a:pt x="105616" y="30289"/>
                  </a:cubicBezTo>
                  <a:lnTo>
                    <a:pt x="108677" y="28184"/>
                  </a:lnTo>
                  <a:lnTo>
                    <a:pt x="226346" y="28376"/>
                  </a:lnTo>
                  <a:lnTo>
                    <a:pt x="344016" y="28567"/>
                  </a:lnTo>
                  <a:lnTo>
                    <a:pt x="346120" y="30672"/>
                  </a:lnTo>
                  <a:close/>
                  <a:moveTo>
                    <a:pt x="416148" y="185651"/>
                  </a:moveTo>
                  <a:cubicBezTo>
                    <a:pt x="417679" y="186799"/>
                    <a:pt x="419975" y="188904"/>
                    <a:pt x="420931" y="190243"/>
                  </a:cubicBezTo>
                  <a:cubicBezTo>
                    <a:pt x="422845" y="192730"/>
                    <a:pt x="422845" y="193113"/>
                    <a:pt x="422845" y="265054"/>
                  </a:cubicBezTo>
                  <a:cubicBezTo>
                    <a:pt x="422845" y="336612"/>
                    <a:pt x="422845" y="337378"/>
                    <a:pt x="420931" y="339674"/>
                  </a:cubicBezTo>
                  <a:cubicBezTo>
                    <a:pt x="416531" y="345413"/>
                    <a:pt x="415765" y="345796"/>
                    <a:pt x="397589" y="345987"/>
                  </a:cubicBezTo>
                  <a:lnTo>
                    <a:pt x="380943" y="346179"/>
                  </a:lnTo>
                  <a:lnTo>
                    <a:pt x="380943" y="332212"/>
                  </a:lnTo>
                  <a:lnTo>
                    <a:pt x="380943" y="318244"/>
                  </a:lnTo>
                  <a:lnTo>
                    <a:pt x="384387" y="317288"/>
                  </a:lnTo>
                  <a:cubicBezTo>
                    <a:pt x="389170" y="315757"/>
                    <a:pt x="392040" y="313270"/>
                    <a:pt x="393762" y="308678"/>
                  </a:cubicBezTo>
                  <a:cubicBezTo>
                    <a:pt x="396441" y="301790"/>
                    <a:pt x="393571" y="294328"/>
                    <a:pt x="386874" y="291458"/>
                  </a:cubicBezTo>
                  <a:cubicBezTo>
                    <a:pt x="383239" y="289736"/>
                    <a:pt x="379030" y="289736"/>
                    <a:pt x="225772" y="289736"/>
                  </a:cubicBezTo>
                  <a:cubicBezTo>
                    <a:pt x="72324" y="289736"/>
                    <a:pt x="68306" y="289736"/>
                    <a:pt x="64670" y="291458"/>
                  </a:cubicBezTo>
                  <a:cubicBezTo>
                    <a:pt x="57974" y="294328"/>
                    <a:pt x="55104" y="301790"/>
                    <a:pt x="57782" y="308678"/>
                  </a:cubicBezTo>
                  <a:cubicBezTo>
                    <a:pt x="59504" y="313270"/>
                    <a:pt x="62374" y="315757"/>
                    <a:pt x="67158" y="317288"/>
                  </a:cubicBezTo>
                  <a:lnTo>
                    <a:pt x="70602" y="318244"/>
                  </a:lnTo>
                  <a:lnTo>
                    <a:pt x="70602" y="332212"/>
                  </a:lnTo>
                  <a:lnTo>
                    <a:pt x="70602" y="346179"/>
                  </a:lnTo>
                  <a:lnTo>
                    <a:pt x="54338" y="346179"/>
                  </a:lnTo>
                  <a:cubicBezTo>
                    <a:pt x="39032" y="346179"/>
                    <a:pt x="38075" y="346179"/>
                    <a:pt x="35205" y="344074"/>
                  </a:cubicBezTo>
                  <a:cubicBezTo>
                    <a:pt x="33675" y="342926"/>
                    <a:pt x="31379" y="340630"/>
                    <a:pt x="30231" y="339100"/>
                  </a:cubicBezTo>
                  <a:lnTo>
                    <a:pt x="28126" y="336038"/>
                  </a:lnTo>
                  <a:lnTo>
                    <a:pt x="28126" y="264863"/>
                  </a:lnTo>
                  <a:lnTo>
                    <a:pt x="28126" y="193687"/>
                  </a:lnTo>
                  <a:lnTo>
                    <a:pt x="30231" y="190626"/>
                  </a:lnTo>
                  <a:cubicBezTo>
                    <a:pt x="31379" y="189095"/>
                    <a:pt x="33675" y="186799"/>
                    <a:pt x="35205" y="185651"/>
                  </a:cubicBezTo>
                  <a:lnTo>
                    <a:pt x="38266" y="183546"/>
                  </a:lnTo>
                  <a:lnTo>
                    <a:pt x="225581" y="183546"/>
                  </a:lnTo>
                  <a:lnTo>
                    <a:pt x="413278" y="183546"/>
                  </a:lnTo>
                  <a:lnTo>
                    <a:pt x="416148" y="185651"/>
                  </a:lnTo>
                  <a:close/>
                  <a:moveTo>
                    <a:pt x="352434" y="366269"/>
                  </a:moveTo>
                  <a:cubicBezTo>
                    <a:pt x="352243" y="413719"/>
                    <a:pt x="352243" y="414867"/>
                    <a:pt x="350330" y="417163"/>
                  </a:cubicBezTo>
                  <a:cubicBezTo>
                    <a:pt x="349373" y="418502"/>
                    <a:pt x="347460" y="420416"/>
                    <a:pt x="346120" y="421372"/>
                  </a:cubicBezTo>
                  <a:cubicBezTo>
                    <a:pt x="343824" y="423286"/>
                    <a:pt x="343442" y="423286"/>
                    <a:pt x="225581" y="423286"/>
                  </a:cubicBezTo>
                  <a:cubicBezTo>
                    <a:pt x="107720" y="423286"/>
                    <a:pt x="107529" y="423286"/>
                    <a:pt x="105042" y="421372"/>
                  </a:cubicBezTo>
                  <a:cubicBezTo>
                    <a:pt x="103702" y="420416"/>
                    <a:pt x="101789" y="418502"/>
                    <a:pt x="100832" y="417163"/>
                  </a:cubicBezTo>
                  <a:cubicBezTo>
                    <a:pt x="98919" y="414867"/>
                    <a:pt x="98919" y="413719"/>
                    <a:pt x="98728" y="366269"/>
                  </a:cubicBezTo>
                  <a:lnTo>
                    <a:pt x="98536" y="317862"/>
                  </a:lnTo>
                  <a:lnTo>
                    <a:pt x="225581" y="317862"/>
                  </a:lnTo>
                  <a:lnTo>
                    <a:pt x="352626" y="317862"/>
                  </a:lnTo>
                  <a:lnTo>
                    <a:pt x="352434" y="366269"/>
                  </a:ln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57" name="Freeform: Shape 31"/>
            <p:cNvSpPr/>
            <p:nvPr/>
          </p:nvSpPr>
          <p:spPr>
            <a:xfrm>
              <a:off x="4179240" y="4021560"/>
              <a:ext cx="90720" cy="2772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27720"/>
                <a:gd name="textAreaBottom" fmla="*/ 28080 h 27720"/>
                <a:gd name="GluePoint1X" fmla="*/ 8265 w 91111"/>
                <a:gd name="GluePoint1Y" fmla="*/ 1148 h 28003"/>
                <a:gd name="GluePoint2X" fmla="*/ 229 w 91111"/>
                <a:gd name="GluePoint2Y" fmla="*/ 17029 h 28003"/>
                <a:gd name="GluePoint3X" fmla="*/ 9413 w 91111"/>
                <a:gd name="GluePoint3Y" fmla="*/ 27169 h 28003"/>
                <a:gd name="GluePoint4X" fmla="*/ 47679 w 91111"/>
                <a:gd name="GluePoint4Y" fmla="*/ 27935 h 28003"/>
                <a:gd name="GluePoint5X" fmla="*/ 84989 w 91111"/>
                <a:gd name="GluePoint5Y" fmla="*/ 25830 h 28003"/>
                <a:gd name="GluePoint6X" fmla="*/ 91111 w 91111"/>
                <a:gd name="GluePoint6Y" fmla="*/ 13967 h 28003"/>
                <a:gd name="GluePoint7X" fmla="*/ 84989 w 91111"/>
                <a:gd name="GluePoint7Y" fmla="*/ 2105 h 28003"/>
                <a:gd name="GluePoint8X" fmla="*/ 46722 w 91111"/>
                <a:gd name="GluePoint8Y" fmla="*/ 0 h 28003"/>
                <a:gd name="GluePoint9X" fmla="*/ 8265 w 91111"/>
                <a:gd name="GluePoint9Y" fmla="*/ 1148 h 280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91111" h="28003">
                  <a:moveTo>
                    <a:pt x="8265" y="1148"/>
                  </a:moveTo>
                  <a:cubicBezTo>
                    <a:pt x="2333" y="3635"/>
                    <a:pt x="-919" y="10523"/>
                    <a:pt x="229" y="17029"/>
                  </a:cubicBezTo>
                  <a:cubicBezTo>
                    <a:pt x="994" y="21238"/>
                    <a:pt x="5395" y="26021"/>
                    <a:pt x="9413" y="27169"/>
                  </a:cubicBezTo>
                  <a:cubicBezTo>
                    <a:pt x="11709" y="27935"/>
                    <a:pt x="24528" y="28126"/>
                    <a:pt x="47679" y="27935"/>
                  </a:cubicBezTo>
                  <a:cubicBezTo>
                    <a:pt x="81354" y="27743"/>
                    <a:pt x="82884" y="27552"/>
                    <a:pt x="84989" y="25830"/>
                  </a:cubicBezTo>
                  <a:cubicBezTo>
                    <a:pt x="89581" y="22386"/>
                    <a:pt x="91111" y="19516"/>
                    <a:pt x="91111" y="13967"/>
                  </a:cubicBezTo>
                  <a:cubicBezTo>
                    <a:pt x="91111" y="8419"/>
                    <a:pt x="89772" y="5549"/>
                    <a:pt x="84989" y="2105"/>
                  </a:cubicBezTo>
                  <a:cubicBezTo>
                    <a:pt x="82693" y="383"/>
                    <a:pt x="81354" y="191"/>
                    <a:pt x="46722" y="0"/>
                  </a:cubicBezTo>
                  <a:cubicBezTo>
                    <a:pt x="18214" y="0"/>
                    <a:pt x="10369" y="191"/>
                    <a:pt x="8265" y="114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6920" rIns="90000" bIns="-1692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58" name="Freeform: Shape 41"/>
            <p:cNvSpPr/>
            <p:nvPr/>
          </p:nvSpPr>
          <p:spPr>
            <a:xfrm>
              <a:off x="4249800" y="4155480"/>
              <a:ext cx="196560" cy="20880"/>
            </a:xfrm>
            <a:custGeom>
              <a:avLst/>
              <a:gdLst>
                <a:gd name="textAreaLeft" fmla="*/ 0 w 196560"/>
                <a:gd name="textAreaRight" fmla="*/ 196920 w 196560"/>
                <a:gd name="textAreaTop" fmla="*/ 0 h 20880"/>
                <a:gd name="textAreaBottom" fmla="*/ 21240 h 20880"/>
                <a:gd name="GluePoint1X" fmla="*/ 7974 w 196895"/>
                <a:gd name="GluePoint1Y" fmla="*/ 1018 h 21107"/>
                <a:gd name="GluePoint2X" fmla="*/ 2425 w 196895"/>
                <a:gd name="GluePoint2Y" fmla="*/ 5036 h 21107"/>
                <a:gd name="GluePoint3X" fmla="*/ 129 w 196895"/>
                <a:gd name="GluePoint3Y" fmla="*/ 11158 h 21107"/>
                <a:gd name="GluePoint4X" fmla="*/ 7209 w 196895"/>
                <a:gd name="GluePoint4Y" fmla="*/ 19386 h 21107"/>
                <a:gd name="GluePoint5X" fmla="*/ 98474 w 196895"/>
                <a:gd name="GluePoint5Y" fmla="*/ 21108 h 21107"/>
                <a:gd name="GluePoint6X" fmla="*/ 189740 w 196895"/>
                <a:gd name="GluePoint6Y" fmla="*/ 19386 h 21107"/>
                <a:gd name="GluePoint7X" fmla="*/ 196819 w 196895"/>
                <a:gd name="GluePoint7Y" fmla="*/ 11350 h 21107"/>
                <a:gd name="GluePoint8X" fmla="*/ 189740 w 196895"/>
                <a:gd name="GluePoint8Y" fmla="*/ 1592 h 21107"/>
                <a:gd name="GluePoint9X" fmla="*/ 98283 w 196895"/>
                <a:gd name="GluePoint9Y" fmla="*/ 61 h 21107"/>
                <a:gd name="GluePoint10X" fmla="*/ 7974 w 196895"/>
                <a:gd name="GluePoint10Y" fmla="*/ 1018 h 2110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6895" h="21107">
                  <a:moveTo>
                    <a:pt x="7974" y="1018"/>
                  </a:moveTo>
                  <a:cubicBezTo>
                    <a:pt x="6443" y="1401"/>
                    <a:pt x="3956" y="3314"/>
                    <a:pt x="2425" y="5036"/>
                  </a:cubicBezTo>
                  <a:cubicBezTo>
                    <a:pt x="129" y="7523"/>
                    <a:pt x="-253" y="8671"/>
                    <a:pt x="129" y="11158"/>
                  </a:cubicBezTo>
                  <a:cubicBezTo>
                    <a:pt x="703" y="14985"/>
                    <a:pt x="2808" y="17281"/>
                    <a:pt x="7209" y="19386"/>
                  </a:cubicBezTo>
                  <a:cubicBezTo>
                    <a:pt x="10653" y="20916"/>
                    <a:pt x="15245" y="21108"/>
                    <a:pt x="98474" y="21108"/>
                  </a:cubicBezTo>
                  <a:cubicBezTo>
                    <a:pt x="181704" y="21108"/>
                    <a:pt x="186487" y="21108"/>
                    <a:pt x="189740" y="19386"/>
                  </a:cubicBezTo>
                  <a:cubicBezTo>
                    <a:pt x="194332" y="17281"/>
                    <a:pt x="196245" y="14985"/>
                    <a:pt x="196819" y="11350"/>
                  </a:cubicBezTo>
                  <a:cubicBezTo>
                    <a:pt x="197393" y="7523"/>
                    <a:pt x="194714" y="3888"/>
                    <a:pt x="189740" y="1592"/>
                  </a:cubicBezTo>
                  <a:cubicBezTo>
                    <a:pt x="186296" y="61"/>
                    <a:pt x="181895" y="-130"/>
                    <a:pt x="98283" y="61"/>
                  </a:cubicBezTo>
                  <a:cubicBezTo>
                    <a:pt x="39926" y="61"/>
                    <a:pt x="9887" y="444"/>
                    <a:pt x="7974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259" name="Freeform: Shape 43"/>
            <p:cNvSpPr/>
            <p:nvPr/>
          </p:nvSpPr>
          <p:spPr>
            <a:xfrm>
              <a:off x="4249800" y="4197960"/>
              <a:ext cx="196200" cy="20880"/>
            </a:xfrm>
            <a:custGeom>
              <a:avLst/>
              <a:gdLst>
                <a:gd name="textAreaLeft" fmla="*/ 0 w 196200"/>
                <a:gd name="textAreaRight" fmla="*/ 196560 w 196200"/>
                <a:gd name="textAreaTop" fmla="*/ 0 h 20880"/>
                <a:gd name="textAreaBottom" fmla="*/ 21240 h 20880"/>
                <a:gd name="GluePoint1X" fmla="*/ 7845 w 196689"/>
                <a:gd name="GluePoint1Y" fmla="*/ 1018 h 21299"/>
                <a:gd name="GluePoint2X" fmla="*/ 0 w 196689"/>
                <a:gd name="GluePoint2Y" fmla="*/ 10585 h 21299"/>
                <a:gd name="GluePoint3X" fmla="*/ 7079 w 196689"/>
                <a:gd name="GluePoint3Y" fmla="*/ 19577 h 21299"/>
                <a:gd name="GluePoint4X" fmla="*/ 98345 w 196689"/>
                <a:gd name="GluePoint4Y" fmla="*/ 21299 h 21299"/>
                <a:gd name="GluePoint5X" fmla="*/ 189610 w 196689"/>
                <a:gd name="GluePoint5Y" fmla="*/ 19577 h 21299"/>
                <a:gd name="GluePoint6X" fmla="*/ 196690 w 196689"/>
                <a:gd name="GluePoint6Y" fmla="*/ 10585 h 21299"/>
                <a:gd name="GluePoint7X" fmla="*/ 189610 w 196689"/>
                <a:gd name="GluePoint7Y" fmla="*/ 1592 h 21299"/>
                <a:gd name="GluePoint8X" fmla="*/ 98345 w 196689"/>
                <a:gd name="GluePoint8Y" fmla="*/ 61 h 21299"/>
                <a:gd name="GluePoint9X" fmla="*/ 7845 w 196689"/>
                <a:gd name="GluePoint9Y" fmla="*/ 1018 h 212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96689" h="21299">
                  <a:moveTo>
                    <a:pt x="7845" y="1018"/>
                  </a:moveTo>
                  <a:cubicBezTo>
                    <a:pt x="3444" y="2549"/>
                    <a:pt x="0" y="6567"/>
                    <a:pt x="0" y="10585"/>
                  </a:cubicBezTo>
                  <a:cubicBezTo>
                    <a:pt x="0" y="14602"/>
                    <a:pt x="2105" y="17281"/>
                    <a:pt x="7079" y="19577"/>
                  </a:cubicBezTo>
                  <a:cubicBezTo>
                    <a:pt x="10523" y="21108"/>
                    <a:pt x="15115" y="21299"/>
                    <a:pt x="98345" y="21299"/>
                  </a:cubicBezTo>
                  <a:cubicBezTo>
                    <a:pt x="181574" y="21299"/>
                    <a:pt x="186358" y="21299"/>
                    <a:pt x="189610" y="19577"/>
                  </a:cubicBezTo>
                  <a:cubicBezTo>
                    <a:pt x="194585" y="17281"/>
                    <a:pt x="196690" y="14794"/>
                    <a:pt x="196690" y="10585"/>
                  </a:cubicBezTo>
                  <a:cubicBezTo>
                    <a:pt x="196690" y="6567"/>
                    <a:pt x="194585" y="3888"/>
                    <a:pt x="189610" y="1592"/>
                  </a:cubicBezTo>
                  <a:cubicBezTo>
                    <a:pt x="186166" y="61"/>
                    <a:pt x="181766" y="-130"/>
                    <a:pt x="98345" y="61"/>
                  </a:cubicBezTo>
                  <a:cubicBezTo>
                    <a:pt x="41328" y="61"/>
                    <a:pt x="9758" y="444"/>
                    <a:pt x="7845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cxnSp>
        <p:nvCxnSpPr>
          <p:cNvPr id="260" name="Straight Connector 70"/>
          <p:cNvCxnSpPr/>
          <p:nvPr/>
        </p:nvCxnSpPr>
        <p:spPr>
          <a:xfrm>
            <a:off x="3994200" y="5091120"/>
            <a:ext cx="18540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sp>
        <p:nvSpPr>
          <p:cNvPr id="261" name="Graphic 45" descr="Cloud"/>
          <p:cNvSpPr/>
          <p:nvPr/>
        </p:nvSpPr>
        <p:spPr>
          <a:xfrm>
            <a:off x="5330520" y="5332320"/>
            <a:ext cx="1094400" cy="785880"/>
          </a:xfrm>
          <a:custGeom>
            <a:avLst/>
            <a:gdLst>
              <a:gd name="textAreaLeft" fmla="*/ 0 w 1094400"/>
              <a:gd name="textAreaRight" fmla="*/ 1094760 w 1094400"/>
              <a:gd name="textAreaTop" fmla="*/ 0 h 785880"/>
              <a:gd name="textAreaBottom" fmla="*/ 786240 h 78588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262" name="Straight Connector 88"/>
          <p:cNvCxnSpPr/>
          <p:nvPr/>
        </p:nvCxnSpPr>
        <p:spPr>
          <a:xfrm>
            <a:off x="4012560" y="583416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263" name="Straight Connector 96"/>
          <p:cNvCxnSpPr/>
          <p:nvPr/>
        </p:nvCxnSpPr>
        <p:spPr>
          <a:xfrm>
            <a:off x="4012560" y="327780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264" name="Straight Connector 8"/>
          <p:cNvCxnSpPr/>
          <p:nvPr/>
        </p:nvCxnSpPr>
        <p:spPr>
          <a:xfrm>
            <a:off x="3994200" y="2508480"/>
            <a:ext cx="360" cy="332604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pic>
        <p:nvPicPr>
          <p:cNvPr id="265" name="Picture 9"/>
          <p:cNvPicPr/>
          <p:nvPr/>
        </p:nvPicPr>
        <p:blipFill>
          <a:blip r:embed="rId45"/>
          <a:stretch/>
        </p:blipFill>
        <p:spPr>
          <a:xfrm>
            <a:off x="2752560" y="12528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66" name="Picture 10"/>
          <p:cNvPicPr/>
          <p:nvPr/>
        </p:nvPicPr>
        <p:blipFill>
          <a:blip r:embed="rId46"/>
          <a:stretch/>
        </p:blipFill>
        <p:spPr>
          <a:xfrm>
            <a:off x="2752560" y="84564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267" name="Group 22"/>
          <p:cNvGrpSpPr/>
          <p:nvPr/>
        </p:nvGrpSpPr>
        <p:grpSpPr>
          <a:xfrm>
            <a:off x="1023480" y="3042720"/>
            <a:ext cx="1935720" cy="2226600"/>
            <a:chOff x="1023480" y="3042720"/>
            <a:chExt cx="1935720" cy="2226600"/>
          </a:xfrm>
        </p:grpSpPr>
        <p:grpSp>
          <p:nvGrpSpPr>
            <p:cNvPr id="268" name="Group 12"/>
            <p:cNvGrpSpPr/>
            <p:nvPr/>
          </p:nvGrpSpPr>
          <p:grpSpPr>
            <a:xfrm>
              <a:off x="2144520" y="3042720"/>
              <a:ext cx="615600" cy="571680"/>
              <a:chOff x="2144520" y="3042720"/>
              <a:chExt cx="615600" cy="571680"/>
            </a:xfrm>
          </p:grpSpPr>
          <p:sp>
            <p:nvSpPr>
              <p:cNvPr id="269" name="TextBox 13"/>
              <p:cNvSpPr/>
              <p:nvPr/>
            </p:nvSpPr>
            <p:spPr>
              <a:xfrm>
                <a:off x="2144520" y="3366720"/>
                <a:ext cx="615600" cy="24768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wrap="none" lIns="90000" tIns="45000" rIns="90000" bIns="45000" anchor="t">
                <a:spAutoFit/>
              </a:bodyPr>
              <a:p>
                <a:pPr algn="ctr" defTabSz="457200">
                  <a:lnSpc>
                    <a:spcPct val="100000"/>
                  </a:lnSpc>
                </a:pPr>
                <a:r>
                  <a:rPr lang="en-CA" sz="101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Marshal</a:t>
                </a:r>
                <a:endParaRPr lang="en-CA" sz="101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70" name="Graphic 20" descr="Laptop"/>
              <p:cNvPicPr/>
              <p:nvPr/>
            </p:nvPicPr>
            <p:blipFill>
              <a:blip r:embed="rId47">
                <a:extLst>
                  <a:ext uri="{96DAC541-7B7A-43D3-8B79-37D633B846F1}">
                    <asvg:svgBlip xmlns:asvg="http://schemas.microsoft.com/office/drawing/2016/SVG/main" r:embed="rId48"/>
                  </a:ext>
                </a:extLst>
              </a:blip>
              <a:stretch/>
            </p:blipFill>
            <p:spPr>
              <a:xfrm>
                <a:off x="2233800" y="3042720"/>
                <a:ext cx="437040" cy="455760"/>
              </a:xfrm>
              <a:prstGeom prst="rect">
                <a:avLst/>
              </a:prstGeom>
              <a:noFill/>
              <a:ln w="0">
                <a:noFill/>
              </a:ln>
            </p:spPr>
          </p:pic>
        </p:grpSp>
        <p:grpSp>
          <p:nvGrpSpPr>
            <p:cNvPr id="271" name="Group 18"/>
            <p:cNvGrpSpPr/>
            <p:nvPr/>
          </p:nvGrpSpPr>
          <p:grpSpPr>
            <a:xfrm>
              <a:off x="1023480" y="3083400"/>
              <a:ext cx="1935720" cy="2185920"/>
              <a:chOff x="1023480" y="3083400"/>
              <a:chExt cx="1935720" cy="2185920"/>
            </a:xfrm>
          </p:grpSpPr>
          <p:sp>
            <p:nvSpPr>
              <p:cNvPr id="272" name="TextBox 123"/>
              <p:cNvSpPr/>
              <p:nvPr/>
            </p:nvSpPr>
            <p:spPr>
              <a:xfrm>
                <a:off x="1050840" y="4842720"/>
                <a:ext cx="938880" cy="42660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/>
              <a:fillRef idx="0"/>
              <a:effectRef idx="0"/>
              <a:fontRef idx="minor"/>
            </p:style>
            <p:txBody>
              <a:bodyPr lIns="90000" tIns="45000" rIns="90000" bIns="45000" anchor="t">
                <a:spAutoFit/>
              </a:bodyPr>
              <a:p>
                <a:pPr algn="ctr" defTabSz="457200">
                  <a:lnSpc>
                    <a:spcPct val="70000"/>
                  </a:lnSpc>
                </a:pPr>
                <a:r>
                  <a:rPr lang="en-CA" sz="1010" b="0" u="none" strike="noStrike">
                    <a:solidFill>
                      <a:schemeClr val="dk1"/>
                    </a:solidFill>
                    <a:effectLst/>
                    <a:uFillTx/>
                    <a:latin typeface="Calibri"/>
                  </a:rPr>
                  <a:t>Warmup Attempt Board</a:t>
                </a:r>
                <a:endParaRPr lang="en-CA" sz="1010" b="0" u="none" strike="noStrike">
                  <a:solidFill>
                    <a:srgbClr val="000000"/>
                  </a:solidFill>
                  <a:effectLst/>
                  <a:uFillTx/>
                  <a:latin typeface="Arial"/>
                </a:endParaRPr>
              </a:p>
            </p:txBody>
          </p:sp>
          <p:pic>
            <p:nvPicPr>
              <p:cNvPr id="273" name="Graphic 141" descr="Monitor with solid fill"/>
              <p:cNvPicPr/>
              <p:nvPr/>
            </p:nvPicPr>
            <p:blipFill>
              <a:blip r:embed="rId49">
                <a:extLst>
                  <a:ext uri="{96DAC541-7B7A-43D3-8B79-37D633B846F1}">
                    <asvg:svgBlip xmlns:asvg="http://schemas.microsoft.com/office/drawing/2016/SVG/main" r:embed="rId50"/>
                  </a:ext>
                </a:extLst>
              </a:blip>
              <a:stretch/>
            </p:blipFill>
            <p:spPr>
              <a:xfrm>
                <a:off x="1274040" y="3083400"/>
                <a:ext cx="462960" cy="462960"/>
              </a:xfrm>
              <a:prstGeom prst="rect">
                <a:avLst/>
              </a:prstGeom>
              <a:noFill/>
              <a:ln w="0">
                <a:noFill/>
              </a:ln>
            </p:spPr>
          </p:pic>
          <p:grpSp>
            <p:nvGrpSpPr>
              <p:cNvPr id="274" name="Group 5"/>
              <p:cNvGrpSpPr/>
              <p:nvPr/>
            </p:nvGrpSpPr>
            <p:grpSpPr>
              <a:xfrm>
                <a:off x="1023480" y="3161880"/>
                <a:ext cx="1935720" cy="1812960"/>
                <a:chOff x="1023480" y="3161880"/>
                <a:chExt cx="1935720" cy="1812960"/>
              </a:xfrm>
            </p:grpSpPr>
            <p:pic>
              <p:nvPicPr>
                <p:cNvPr id="275" name="Graphic 124" descr="Monitor with solid fill"/>
                <p:cNvPicPr/>
                <p:nvPr/>
              </p:nvPicPr>
              <p:blipFill>
                <a:blip r:embed="rId51">
                  <a:extLst>
                    <a:ext uri="{96DAC541-7B7A-43D3-8B79-37D633B846F1}">
                      <asvg:svgBlip xmlns:asvg="http://schemas.microsoft.com/office/drawing/2016/SVG/main" r:embed="rId52"/>
                    </a:ext>
                  </a:extLst>
                </a:blip>
                <a:stretch/>
              </p:blipFill>
              <p:spPr>
                <a:xfrm>
                  <a:off x="1310760" y="4511880"/>
                  <a:ext cx="462960" cy="462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sp>
              <p:nvSpPr>
                <p:cNvPr id="276" name="TextBox 125"/>
                <p:cNvSpPr/>
                <p:nvPr/>
              </p:nvSpPr>
              <p:spPr>
                <a:xfrm>
                  <a:off x="1054080" y="4266720"/>
                  <a:ext cx="938880" cy="3171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457200">
                    <a:lnSpc>
                      <a:spcPct val="70000"/>
                    </a:lnSpc>
                  </a:pPr>
                  <a:r>
                    <a:rPr lang="en-CA" sz="101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Warmup Scoreboard</a:t>
                  </a:r>
                  <a:endParaRPr lang="en-CA" sz="101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pic>
              <p:nvPicPr>
                <p:cNvPr id="277" name="Graphic 132" descr="Monitor with solid fill"/>
                <p:cNvPicPr/>
                <p:nvPr/>
              </p:nvPicPr>
              <p:blipFill>
                <a:blip r:embed="rId53">
                  <a:extLst>
                    <a:ext uri="{96DAC541-7B7A-43D3-8B79-37D633B846F1}">
                      <asvg:svgBlip xmlns:asvg="http://schemas.microsoft.com/office/drawing/2016/SVG/main" r:embed="rId54"/>
                    </a:ext>
                  </a:extLst>
                </a:blip>
                <a:stretch/>
              </p:blipFill>
              <p:spPr>
                <a:xfrm>
                  <a:off x="1306080" y="3834720"/>
                  <a:ext cx="462960" cy="46296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278" name="Picture 2" descr="Cheapest Computer Chip Raspberry Pi!"/>
                <p:cNvPicPr/>
                <p:nvPr/>
              </p:nvPicPr>
              <p:blipFill>
                <a:blip r:embed="rId55"/>
                <a:stretch/>
              </p:blipFill>
              <p:spPr>
                <a:xfrm flipH="1">
                  <a:off x="2359080" y="3956040"/>
                  <a:ext cx="207000" cy="20700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cxnSp>
              <p:nvCxnSpPr>
                <p:cNvPr id="279" name="Straight Arrow Connector 135"/>
                <p:cNvCxnSpPr/>
                <p:nvPr/>
              </p:nvCxnSpPr>
              <p:spPr>
                <a:xfrm flipH="1">
                  <a:off x="1809720" y="4059360"/>
                  <a:ext cx="466560" cy="3960"/>
                </a:xfrm>
                <a:prstGeom prst="straightConnector1">
                  <a:avLst/>
                </a:prstGeom>
                <a:ln w="25400">
                  <a:solidFill>
                    <a:srgbClr val="70AD47">
                      <a:lumMod val="75000"/>
                    </a:srgbClr>
                  </a:solidFill>
                  <a:tailEnd len="med" type="triangle" w="med"/>
                </a:ln>
              </p:spPr>
            </p:cxnSp>
            <p:sp>
              <p:nvSpPr>
                <p:cNvPr id="280" name="TextBox 137"/>
                <p:cNvSpPr/>
                <p:nvPr/>
              </p:nvSpPr>
              <p:spPr>
                <a:xfrm>
                  <a:off x="1852200" y="3915720"/>
                  <a:ext cx="424800" cy="18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457200">
                    <a:lnSpc>
                      <a:spcPct val="70000"/>
                    </a:lnSpc>
                  </a:pPr>
                  <a:r>
                    <a:rPr lang="en-CA" sz="8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HDMI</a:t>
                  </a:r>
                  <a:endParaRPr lang="en-CA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1" name="TextBox 139"/>
                <p:cNvSpPr/>
                <p:nvPr/>
              </p:nvSpPr>
              <p:spPr>
                <a:xfrm>
                  <a:off x="1992240" y="4166280"/>
                  <a:ext cx="938880" cy="426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457200">
                    <a:lnSpc>
                      <a:spcPct val="70000"/>
                    </a:lnSpc>
                  </a:pPr>
                  <a:r>
                    <a:rPr lang="en-CA" sz="101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Warmup</a:t>
                  </a:r>
                  <a:br>
                    <a:rPr sz="1010"/>
                  </a:br>
                  <a:r>
                    <a:rPr lang="en-CA" sz="101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Room Displays</a:t>
                  </a:r>
                  <a:endParaRPr lang="en-CA" sz="101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282" name="Straight Arrow Connector 144"/>
                <p:cNvCxnSpPr/>
                <p:nvPr/>
              </p:nvCxnSpPr>
              <p:spPr>
                <a:xfrm flipH="1">
                  <a:off x="1737360" y="3311280"/>
                  <a:ext cx="466200" cy="3960"/>
                </a:xfrm>
                <a:prstGeom prst="straightConnector1">
                  <a:avLst/>
                </a:prstGeom>
                <a:ln w="25400">
                  <a:solidFill>
                    <a:srgbClr val="70AD47">
                      <a:lumMod val="75000"/>
                    </a:srgbClr>
                  </a:solidFill>
                  <a:tailEnd len="med" type="triangle" w="med"/>
                </a:ln>
              </p:spPr>
            </p:cxnSp>
            <p:sp>
              <p:nvSpPr>
                <p:cNvPr id="283" name="TextBox 145"/>
                <p:cNvSpPr/>
                <p:nvPr/>
              </p:nvSpPr>
              <p:spPr>
                <a:xfrm>
                  <a:off x="1023480" y="3481200"/>
                  <a:ext cx="938880" cy="3171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5000" rIns="90000" bIns="45000" anchor="t">
                  <a:spAutoFit/>
                </a:bodyPr>
                <a:p>
                  <a:pPr algn="ctr" defTabSz="457200">
                    <a:lnSpc>
                      <a:spcPct val="70000"/>
                    </a:lnSpc>
                  </a:pPr>
                  <a:r>
                    <a:rPr lang="en-CA" sz="101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Marshal Scoreboard</a:t>
                  </a:r>
                  <a:endParaRPr lang="en-CA" sz="101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284" name="TextBox 149"/>
                <p:cNvSpPr/>
                <p:nvPr/>
              </p:nvSpPr>
              <p:spPr>
                <a:xfrm>
                  <a:off x="1851480" y="3161880"/>
                  <a:ext cx="424800" cy="18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457200">
                    <a:lnSpc>
                      <a:spcPct val="70000"/>
                    </a:lnSpc>
                  </a:pPr>
                  <a:r>
                    <a:rPr lang="en-CA" sz="8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HDMI</a:t>
                  </a:r>
                  <a:endParaRPr lang="en-CA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cxnSp>
              <p:nvCxnSpPr>
                <p:cNvPr id="285" name="Connector: Elbow 150"/>
                <p:cNvCxnSpPr/>
                <p:nvPr/>
              </p:nvCxnSpPr>
              <p:spPr>
                <a:xfrm flipV="1" rot="10800000">
                  <a:off x="1769040" y="4592520"/>
                  <a:ext cx="692640" cy="157680"/>
                </a:xfrm>
                <a:prstGeom prst="bentConnector3">
                  <a:avLst>
                    <a:gd name="adj1" fmla="val 49973"/>
                  </a:avLst>
                </a:prstGeom>
                <a:ln w="25400">
                  <a:solidFill>
                    <a:srgbClr val="70AD47">
                      <a:lumMod val="75000"/>
                    </a:srgbClr>
                  </a:solidFill>
                  <a:tailEnd len="med" type="triangle" w="med"/>
                </a:ln>
              </p:spPr>
            </p:cxnSp>
            <p:sp>
              <p:nvSpPr>
                <p:cNvPr id="286" name="TextBox 152"/>
                <p:cNvSpPr/>
                <p:nvPr/>
              </p:nvSpPr>
              <p:spPr>
                <a:xfrm>
                  <a:off x="1910160" y="4592880"/>
                  <a:ext cx="424800" cy="183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wrap="none" lIns="90000" tIns="45000" rIns="90000" bIns="45000" anchor="t">
                  <a:spAutoFit/>
                </a:bodyPr>
                <a:p>
                  <a:pPr algn="ctr" defTabSz="457200">
                    <a:lnSpc>
                      <a:spcPct val="70000"/>
                    </a:lnSpc>
                  </a:pPr>
                  <a:r>
                    <a:rPr lang="en-CA" sz="800" b="0" u="none" strike="noStrike">
                      <a:solidFill>
                        <a:schemeClr val="dk1"/>
                      </a:solidFill>
                      <a:effectLst/>
                      <a:uFillTx/>
                      <a:latin typeface="Calibri"/>
                    </a:rPr>
                    <a:t>HDMI</a:t>
                  </a:r>
                  <a:endParaRPr lang="en-CA" sz="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pic>
              <p:nvPicPr>
                <p:cNvPr id="287" name="Picture 11"/>
                <p:cNvPicPr/>
                <p:nvPr/>
              </p:nvPicPr>
              <p:blipFill>
                <a:blip r:embed="rId56"/>
                <a:stretch/>
              </p:blipFill>
              <p:spPr>
                <a:xfrm>
                  <a:off x="2776680" y="3232080"/>
                  <a:ext cx="182520" cy="134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  <p:pic>
              <p:nvPicPr>
                <p:cNvPr id="288" name="Picture 14"/>
                <p:cNvPicPr/>
                <p:nvPr/>
              </p:nvPicPr>
              <p:blipFill>
                <a:blip r:embed="rId57"/>
                <a:stretch/>
              </p:blipFill>
              <p:spPr>
                <a:xfrm>
                  <a:off x="2776680" y="4060080"/>
                  <a:ext cx="182520" cy="134280"/>
                </a:xfrm>
                <a:prstGeom prst="rect">
                  <a:avLst/>
                </a:prstGeom>
                <a:noFill/>
                <a:ln w="0">
                  <a:noFill/>
                </a:ln>
              </p:spPr>
            </p:pic>
          </p:grpSp>
        </p:grpSp>
      </p:grpSp>
      <p:pic>
        <p:nvPicPr>
          <p:cNvPr id="289" name="Picture 16"/>
          <p:cNvPicPr/>
          <p:nvPr/>
        </p:nvPicPr>
        <p:blipFill>
          <a:blip r:embed="rId58"/>
          <a:stretch/>
        </p:blipFill>
        <p:spPr>
          <a:xfrm>
            <a:off x="2752560" y="531000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0" name="Picture 17"/>
          <p:cNvPicPr/>
          <p:nvPr/>
        </p:nvPicPr>
        <p:blipFill>
          <a:blip r:embed="rId59"/>
          <a:stretch/>
        </p:blipFill>
        <p:spPr>
          <a:xfrm>
            <a:off x="3760920" y="501264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291" name="Picture 19"/>
          <p:cNvPicPr/>
          <p:nvPr/>
        </p:nvPicPr>
        <p:blipFill>
          <a:blip r:embed="rId60"/>
          <a:stretch/>
        </p:blipFill>
        <p:spPr>
          <a:xfrm>
            <a:off x="4622040" y="5768640"/>
            <a:ext cx="182520" cy="134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solidFill>
              <a:srgbClr val="70AD47"/>
            </a:solidFill>
          </a:ln>
        </p:spPr>
      </p:pic>
      <p:pic>
        <p:nvPicPr>
          <p:cNvPr id="292" name="Picture 21"/>
          <p:cNvPicPr/>
          <p:nvPr/>
        </p:nvPicPr>
        <p:blipFill>
          <a:blip r:embed="rId61"/>
          <a:stretch/>
        </p:blipFill>
        <p:spPr>
          <a:xfrm>
            <a:off x="4658040" y="3212280"/>
            <a:ext cx="182520" cy="134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solidFill>
              <a:srgbClr val="70AD47"/>
            </a:solidFill>
          </a:ln>
        </p:spPr>
      </p:pic>
      <p:cxnSp>
        <p:nvCxnSpPr>
          <p:cNvPr id="293" name="Straight Arrow Connector 2"/>
          <p:cNvCxnSpPr/>
          <p:nvPr/>
        </p:nvCxnSpPr>
        <p:spPr>
          <a:xfrm flipV="1">
            <a:off x="4620240" y="3286080"/>
            <a:ext cx="609120" cy="2880"/>
          </a:xfrm>
          <a:prstGeom prst="straightConnector1">
            <a:avLst/>
          </a:prstGeom>
          <a:ln>
            <a:solidFill>
              <a:srgbClr val="70AD47">
                <a:lumMod val="75000"/>
              </a:srgbClr>
            </a:solidFill>
            <a:prstDash val="lgDash"/>
            <a:tailEnd len="med" type="triangle" w="med"/>
          </a:ln>
        </p:spPr>
      </p:cxnSp>
      <p:cxnSp>
        <p:nvCxnSpPr>
          <p:cNvPr id="294" name="Straight Arrow Connector 3"/>
          <p:cNvCxnSpPr/>
          <p:nvPr/>
        </p:nvCxnSpPr>
        <p:spPr>
          <a:xfrm flipV="1">
            <a:off x="4628160" y="5834160"/>
            <a:ext cx="609120" cy="2880"/>
          </a:xfrm>
          <a:prstGeom prst="straightConnector1">
            <a:avLst/>
          </a:prstGeom>
          <a:ln>
            <a:solidFill>
              <a:srgbClr val="70AD47">
                <a:lumMod val="75000"/>
              </a:srgbClr>
            </a:solidFill>
            <a:prstDash val="lgDash"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TextBox 71"/>
          <p:cNvSpPr/>
          <p:nvPr/>
        </p:nvSpPr>
        <p:spPr>
          <a:xfrm>
            <a:off x="495720" y="1147320"/>
            <a:ext cx="5868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6" name="Graphic 268"/>
          <p:cNvPicPr/>
          <p:nvPr/>
        </p:nvPicPr>
        <p:blipFill>
          <a:blip r:embed="rId1"/>
          <a:srcRect l="0" t="19756" r="0" b="39177"/>
          <a:stretch/>
        </p:blipFill>
        <p:spPr>
          <a:xfrm>
            <a:off x="422280" y="269856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97" name="Connector: Elbow 385"/>
          <p:cNvCxnSpPr/>
          <p:nvPr/>
        </p:nvCxnSpPr>
        <p:spPr>
          <a:xfrm flipV="1" rot="16200000">
            <a:off x="-2168640" y="2447280"/>
            <a:ext cx="4685400" cy="5760"/>
          </a:xfrm>
          <a:prstGeom prst="bentConnector3">
            <a:avLst>
              <a:gd name="adj1" fmla="val 45059"/>
            </a:avLst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298" name="TextBox 406"/>
          <p:cNvSpPr/>
          <p:nvPr/>
        </p:nvSpPr>
        <p:spPr>
          <a:xfrm>
            <a:off x="352440" y="247788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Competition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99" name="Graphic 24" descr="Laptop"/>
          <p:cNvPicPr/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482040" y="339984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00" name="TextBox 25"/>
          <p:cNvSpPr/>
          <p:nvPr/>
        </p:nvSpPr>
        <p:spPr>
          <a:xfrm>
            <a:off x="350640" y="3800520"/>
            <a:ext cx="81756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ts val="1001"/>
              </a:lnSpc>
            </a:pP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OBS</a:t>
            </a:r>
            <a:br>
              <a:rPr sz="1010"/>
            </a:b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Streaming 1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01" name="Graphic 26" descr="Laptop"/>
          <p:cNvPicPr/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/>
        </p:blipFill>
        <p:spPr>
          <a:xfrm>
            <a:off x="505800" y="79992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02" name="Straight Arrow Connector 27"/>
          <p:cNvCxnSpPr>
            <a:endCxn id="303" idx="31"/>
          </p:cNvCxnSpPr>
          <p:nvPr/>
        </p:nvCxnSpPr>
        <p:spPr>
          <a:xfrm flipH="1">
            <a:off x="747720" y="1383840"/>
            <a:ext cx="2160" cy="201240"/>
          </a:xfrm>
          <a:prstGeom prst="straightConnector1">
            <a:avLst/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grpSp>
        <p:nvGrpSpPr>
          <p:cNvPr id="304" name="Graphic 8"/>
          <p:cNvGrpSpPr/>
          <p:nvPr/>
        </p:nvGrpSpPr>
        <p:grpSpPr>
          <a:xfrm>
            <a:off x="522360" y="1584720"/>
            <a:ext cx="451080" cy="451440"/>
            <a:chOff x="522360" y="1584720"/>
            <a:chExt cx="451080" cy="451440"/>
          </a:xfrm>
        </p:grpSpPr>
        <p:sp>
          <p:nvSpPr>
            <p:cNvPr id="303" name="Freeform: Shape 29"/>
            <p:cNvSpPr/>
            <p:nvPr/>
          </p:nvSpPr>
          <p:spPr>
            <a:xfrm>
              <a:off x="522360" y="1584720"/>
              <a:ext cx="451080" cy="451440"/>
            </a:xfrm>
            <a:custGeom>
              <a:avLst/>
              <a:gdLst>
                <a:gd name="textAreaLeft" fmla="*/ 0 w 451080"/>
                <a:gd name="textAreaRight" fmla="*/ 451440 w 451080"/>
                <a:gd name="textAreaTop" fmla="*/ 0 h 451440"/>
                <a:gd name="textAreaBottom" fmla="*/ 451800 h 451440"/>
                <a:gd name="GluePoint1X" fmla="*/ 101980 w 451353"/>
                <a:gd name="GluePoint1Y" fmla="*/ 1780 h 451799"/>
                <a:gd name="GluePoint2X" fmla="*/ 76150 w 451353"/>
                <a:gd name="GluePoint2Y" fmla="*/ 21679 h 451799"/>
                <a:gd name="GluePoint3X" fmla="*/ 70410 w 451353"/>
                <a:gd name="GluePoint3Y" fmla="*/ 97255 h 451799"/>
                <a:gd name="GluePoint4X" fmla="*/ 70410 w 451353"/>
                <a:gd name="GluePoint4Y" fmla="*/ 155612 h 451799"/>
                <a:gd name="GluePoint5X" fmla="*/ 54530 w 451353"/>
                <a:gd name="GluePoint5Y" fmla="*/ 155612 h 451799"/>
                <a:gd name="GluePoint6X" fmla="*/ 21429 w 451353"/>
                <a:gd name="GluePoint6Y" fmla="*/ 161352 h 451799"/>
                <a:gd name="GluePoint7X" fmla="*/ 1531 w 451353"/>
                <a:gd name="GluePoint7Y" fmla="*/ 187182 h 451799"/>
                <a:gd name="GluePoint8X" fmla="*/ 0 w 451353"/>
                <a:gd name="GluePoint8Y" fmla="*/ 264480 h 451799"/>
                <a:gd name="GluePoint9X" fmla="*/ 4783 w 451353"/>
                <a:gd name="GluePoint9Y" fmla="*/ 351536 h 451799"/>
                <a:gd name="GluePoint10X" fmla="*/ 22577 w 451353"/>
                <a:gd name="GluePoint10Y" fmla="*/ 369330 h 451799"/>
                <a:gd name="GluePoint11X" fmla="*/ 54338 w 451353"/>
                <a:gd name="GluePoint11Y" fmla="*/ 374305 h 451799"/>
                <a:gd name="GluePoint12X" fmla="*/ 70410 w 451353"/>
                <a:gd name="GluePoint12Y" fmla="*/ 374305 h 451799"/>
                <a:gd name="GluePoint13X" fmla="*/ 70410 w 451353"/>
                <a:gd name="GluePoint13Y" fmla="*/ 393821 h 451799"/>
                <a:gd name="GluePoint14X" fmla="*/ 75194 w 451353"/>
                <a:gd name="GluePoint14Y" fmla="*/ 428834 h 451799"/>
                <a:gd name="GluePoint15X" fmla="*/ 91266 w 451353"/>
                <a:gd name="GluePoint15Y" fmla="*/ 445672 h 451799"/>
                <a:gd name="GluePoint16X" fmla="*/ 225007 w 451353"/>
                <a:gd name="GluePoint16Y" fmla="*/ 451794 h 451799"/>
                <a:gd name="GluePoint17X" fmla="*/ 359514 w 451353"/>
                <a:gd name="GluePoint17Y" fmla="*/ 446054 h 451799"/>
                <a:gd name="GluePoint18X" fmla="*/ 374820 w 451353"/>
                <a:gd name="GluePoint18Y" fmla="*/ 430939 h 451799"/>
                <a:gd name="GluePoint19X" fmla="*/ 380943 w 451353"/>
                <a:gd name="GluePoint19Y" fmla="*/ 394203 h 451799"/>
                <a:gd name="GluePoint20X" fmla="*/ 380943 w 451353"/>
                <a:gd name="GluePoint20Y" fmla="*/ 374113 h 451799"/>
                <a:gd name="GluePoint21X" fmla="*/ 396823 w 451353"/>
                <a:gd name="GluePoint21Y" fmla="*/ 374113 h 451799"/>
                <a:gd name="GluePoint22X" fmla="*/ 429924 w 451353"/>
                <a:gd name="GluePoint22Y" fmla="*/ 368373 h 451799"/>
                <a:gd name="GluePoint23X" fmla="*/ 449823 w 451353"/>
                <a:gd name="GluePoint23Y" fmla="*/ 342544 h 451799"/>
                <a:gd name="GluePoint24X" fmla="*/ 451353 w 451353"/>
                <a:gd name="GluePoint24Y" fmla="*/ 265245 h 451799"/>
                <a:gd name="GluePoint25X" fmla="*/ 446570 w 451353"/>
                <a:gd name="GluePoint25Y" fmla="*/ 178380 h 451799"/>
                <a:gd name="GluePoint26X" fmla="*/ 429541 w 451353"/>
                <a:gd name="GluePoint26Y" fmla="*/ 160778 h 451799"/>
                <a:gd name="GluePoint27X" fmla="*/ 397015 w 451353"/>
                <a:gd name="GluePoint27Y" fmla="*/ 155229 h 451799"/>
                <a:gd name="GluePoint28X" fmla="*/ 380943 w 451353"/>
                <a:gd name="GluePoint28Y" fmla="*/ 155229 h 451799"/>
                <a:gd name="GluePoint29X" fmla="*/ 380943 w 451353"/>
                <a:gd name="GluePoint29Y" fmla="*/ 96299 h 451799"/>
                <a:gd name="GluePoint30X" fmla="*/ 374820 w 451353"/>
                <a:gd name="GluePoint30Y" fmla="*/ 20722 h 451799"/>
                <a:gd name="GluePoint31X" fmla="*/ 357983 w 451353"/>
                <a:gd name="GluePoint31Y" fmla="*/ 4650 h 451799"/>
                <a:gd name="GluePoint32X" fmla="*/ 225390 w 451353"/>
                <a:gd name="GluePoint32Y" fmla="*/ 58 h 451799"/>
                <a:gd name="GluePoint33X" fmla="*/ 101980 w 451353"/>
                <a:gd name="GluePoint33Y" fmla="*/ 1780 h 451799"/>
                <a:gd name="GluePoint34X" fmla="*/ 346120 w 451353"/>
                <a:gd name="GluePoint34Y" fmla="*/ 30672 h 451799"/>
                <a:gd name="GluePoint35X" fmla="*/ 350712 w 451353"/>
                <a:gd name="GluePoint35Y" fmla="*/ 35455 h 451799"/>
                <a:gd name="GluePoint36X" fmla="*/ 352626 w 451353"/>
                <a:gd name="GluePoint36Y" fmla="*/ 38325 h 451799"/>
                <a:gd name="GluePoint37X" fmla="*/ 352626 w 451353"/>
                <a:gd name="GluePoint37Y" fmla="*/ 96873 h 451799"/>
                <a:gd name="GluePoint38X" fmla="*/ 352626 w 451353"/>
                <a:gd name="GluePoint38Y" fmla="*/ 155420 h 451799"/>
                <a:gd name="GluePoint39X" fmla="*/ 225581 w 451353"/>
                <a:gd name="GluePoint39Y" fmla="*/ 155420 h 451799"/>
                <a:gd name="GluePoint40X" fmla="*/ 98536 w 451353"/>
                <a:gd name="GluePoint40Y" fmla="*/ 155420 h 451799"/>
                <a:gd name="GluePoint41X" fmla="*/ 98536 w 451353"/>
                <a:gd name="GluePoint41Y" fmla="*/ 96873 h 451799"/>
                <a:gd name="GluePoint42X" fmla="*/ 98536 w 451353"/>
                <a:gd name="GluePoint42Y" fmla="*/ 38325 h 451799"/>
                <a:gd name="GluePoint43X" fmla="*/ 100641 w 451353"/>
                <a:gd name="GluePoint43Y" fmla="*/ 35264 h 451799"/>
                <a:gd name="GluePoint44X" fmla="*/ 105616 w 451353"/>
                <a:gd name="GluePoint44Y" fmla="*/ 30289 h 451799"/>
                <a:gd name="GluePoint45X" fmla="*/ 108677 w 451353"/>
                <a:gd name="GluePoint45Y" fmla="*/ 28184 h 451799"/>
                <a:gd name="GluePoint46X" fmla="*/ 226346 w 451353"/>
                <a:gd name="GluePoint46Y" fmla="*/ 28376 h 451799"/>
                <a:gd name="GluePoint47X" fmla="*/ 344016 w 451353"/>
                <a:gd name="GluePoint47Y" fmla="*/ 28567 h 451799"/>
                <a:gd name="GluePoint48X" fmla="*/ 346120 w 451353"/>
                <a:gd name="GluePoint48Y" fmla="*/ 30672 h 451799"/>
                <a:gd name="GluePoint49X" fmla="*/ 416148 w 451353"/>
                <a:gd name="GluePoint49Y" fmla="*/ 185651 h 451799"/>
                <a:gd name="GluePoint50X" fmla="*/ 420931 w 451353"/>
                <a:gd name="GluePoint50Y" fmla="*/ 190243 h 451799"/>
                <a:gd name="GluePoint51X" fmla="*/ 422845 w 451353"/>
                <a:gd name="GluePoint51Y" fmla="*/ 265054 h 451799"/>
                <a:gd name="GluePoint52X" fmla="*/ 420931 w 451353"/>
                <a:gd name="GluePoint52Y" fmla="*/ 339674 h 451799"/>
                <a:gd name="GluePoint53X" fmla="*/ 397589 w 451353"/>
                <a:gd name="GluePoint53Y" fmla="*/ 345987 h 451799"/>
                <a:gd name="GluePoint54X" fmla="*/ 380943 w 451353"/>
                <a:gd name="GluePoint54Y" fmla="*/ 346179 h 451799"/>
                <a:gd name="GluePoint55X" fmla="*/ 380943 w 451353"/>
                <a:gd name="GluePoint55Y" fmla="*/ 332212 h 451799"/>
                <a:gd name="GluePoint56X" fmla="*/ 380943 w 451353"/>
                <a:gd name="GluePoint56Y" fmla="*/ 318244 h 451799"/>
                <a:gd name="GluePoint57X" fmla="*/ 384387 w 451353"/>
                <a:gd name="GluePoint57Y" fmla="*/ 317288 h 451799"/>
                <a:gd name="GluePoint58X" fmla="*/ 393762 w 451353"/>
                <a:gd name="GluePoint58Y" fmla="*/ 308678 h 451799"/>
                <a:gd name="GluePoint59X" fmla="*/ 386874 w 451353"/>
                <a:gd name="GluePoint59Y" fmla="*/ 291458 h 451799"/>
                <a:gd name="GluePoint60X" fmla="*/ 225772 w 451353"/>
                <a:gd name="GluePoint60Y" fmla="*/ 289736 h 451799"/>
                <a:gd name="GluePoint61X" fmla="*/ 64670 w 451353"/>
                <a:gd name="GluePoint61Y" fmla="*/ 291458 h 451799"/>
                <a:gd name="GluePoint62X" fmla="*/ 57782 w 451353"/>
                <a:gd name="GluePoint62Y" fmla="*/ 308678 h 451799"/>
                <a:gd name="GluePoint63X" fmla="*/ 67158 w 451353"/>
                <a:gd name="GluePoint63Y" fmla="*/ 317288 h 451799"/>
                <a:gd name="GluePoint64X" fmla="*/ 70602 w 451353"/>
                <a:gd name="GluePoint64Y" fmla="*/ 318244 h 451799"/>
                <a:gd name="GluePoint65X" fmla="*/ 70602 w 451353"/>
                <a:gd name="GluePoint65Y" fmla="*/ 332212 h 451799"/>
                <a:gd name="GluePoint66X" fmla="*/ 70602 w 451353"/>
                <a:gd name="GluePoint66Y" fmla="*/ 346179 h 451799"/>
                <a:gd name="GluePoint67X" fmla="*/ 54338 w 451353"/>
                <a:gd name="GluePoint67Y" fmla="*/ 346179 h 451799"/>
                <a:gd name="GluePoint68X" fmla="*/ 35205 w 451353"/>
                <a:gd name="GluePoint68Y" fmla="*/ 344074 h 451799"/>
                <a:gd name="GluePoint69X" fmla="*/ 30231 w 451353"/>
                <a:gd name="GluePoint69Y" fmla="*/ 339100 h 451799"/>
                <a:gd name="GluePoint70X" fmla="*/ 28126 w 451353"/>
                <a:gd name="GluePoint70Y" fmla="*/ 336038 h 451799"/>
                <a:gd name="GluePoint71X" fmla="*/ 28126 w 451353"/>
                <a:gd name="GluePoint71Y" fmla="*/ 264863 h 451799"/>
                <a:gd name="GluePoint72X" fmla="*/ 28126 w 451353"/>
                <a:gd name="GluePoint72Y" fmla="*/ 193687 h 451799"/>
                <a:gd name="GluePoint73X" fmla="*/ 30231 w 451353"/>
                <a:gd name="GluePoint73Y" fmla="*/ 190626 h 451799"/>
                <a:gd name="GluePoint74X" fmla="*/ 35205 w 451353"/>
                <a:gd name="GluePoint74Y" fmla="*/ 185651 h 451799"/>
                <a:gd name="GluePoint75X" fmla="*/ 38266 w 451353"/>
                <a:gd name="GluePoint75Y" fmla="*/ 183546 h 451799"/>
                <a:gd name="GluePoint76X" fmla="*/ 225581 w 451353"/>
                <a:gd name="GluePoint76Y" fmla="*/ 183546 h 451799"/>
                <a:gd name="GluePoint77X" fmla="*/ 413278 w 451353"/>
                <a:gd name="GluePoint77Y" fmla="*/ 183546 h 451799"/>
                <a:gd name="GluePoint78X" fmla="*/ 416148 w 451353"/>
                <a:gd name="GluePoint78Y" fmla="*/ 185651 h 451799"/>
                <a:gd name="GluePoint79X" fmla="*/ 352434 w 451353"/>
                <a:gd name="GluePoint79Y" fmla="*/ 366269 h 451799"/>
                <a:gd name="GluePoint80X" fmla="*/ 350330 w 451353"/>
                <a:gd name="GluePoint80Y" fmla="*/ 417163 h 451799"/>
                <a:gd name="GluePoint81X" fmla="*/ 346120 w 451353"/>
                <a:gd name="GluePoint81Y" fmla="*/ 421372 h 451799"/>
                <a:gd name="GluePoint82X" fmla="*/ 225581 w 451353"/>
                <a:gd name="GluePoint82Y" fmla="*/ 423286 h 451799"/>
                <a:gd name="GluePoint83X" fmla="*/ 105042 w 451353"/>
                <a:gd name="GluePoint83Y" fmla="*/ 421372 h 451799"/>
                <a:gd name="GluePoint84X" fmla="*/ 100832 w 451353"/>
                <a:gd name="GluePoint84Y" fmla="*/ 417163 h 451799"/>
                <a:gd name="GluePoint85X" fmla="*/ 98728 w 451353"/>
                <a:gd name="GluePoint85Y" fmla="*/ 366269 h 451799"/>
                <a:gd name="GluePoint86X" fmla="*/ 98536 w 451353"/>
                <a:gd name="GluePoint86Y" fmla="*/ 317862 h 451799"/>
                <a:gd name="GluePoint87X" fmla="*/ 225581 w 451353"/>
                <a:gd name="GluePoint87Y" fmla="*/ 317862 h 451799"/>
                <a:gd name="GluePoint88X" fmla="*/ 352626 w 451353"/>
                <a:gd name="GluePoint88Y" fmla="*/ 317862 h 451799"/>
                <a:gd name="GluePoint89X" fmla="*/ 352434 w 451353"/>
                <a:gd name="GluePoint89Y" fmla="*/ 366269 h 4517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</a:cxnLst>
              <a:rect l="textAreaLeft" t="textAreaTop" r="textAreaRight" b="textAreaBottom"/>
              <a:pathLst>
                <a:path w="451353" h="451799">
                  <a:moveTo>
                    <a:pt x="101980" y="1780"/>
                  </a:moveTo>
                  <a:cubicBezTo>
                    <a:pt x="91266" y="4650"/>
                    <a:pt x="82273" y="11538"/>
                    <a:pt x="76150" y="21679"/>
                  </a:cubicBezTo>
                  <a:cubicBezTo>
                    <a:pt x="70410" y="31246"/>
                    <a:pt x="70410" y="32202"/>
                    <a:pt x="70410" y="97255"/>
                  </a:cubicBezTo>
                  <a:lnTo>
                    <a:pt x="70410" y="155612"/>
                  </a:lnTo>
                  <a:lnTo>
                    <a:pt x="54530" y="155612"/>
                  </a:lnTo>
                  <a:cubicBezTo>
                    <a:pt x="35970" y="155612"/>
                    <a:pt x="29083" y="156760"/>
                    <a:pt x="21429" y="161352"/>
                  </a:cubicBezTo>
                  <a:cubicBezTo>
                    <a:pt x="11289" y="167474"/>
                    <a:pt x="4401" y="176467"/>
                    <a:pt x="1531" y="187182"/>
                  </a:cubicBezTo>
                  <a:cubicBezTo>
                    <a:pt x="191" y="192539"/>
                    <a:pt x="0" y="199810"/>
                    <a:pt x="0" y="264480"/>
                  </a:cubicBezTo>
                  <a:cubicBezTo>
                    <a:pt x="0" y="342161"/>
                    <a:pt x="0" y="341778"/>
                    <a:pt x="4783" y="351536"/>
                  </a:cubicBezTo>
                  <a:cubicBezTo>
                    <a:pt x="7845" y="357467"/>
                    <a:pt x="16646" y="366269"/>
                    <a:pt x="22577" y="369330"/>
                  </a:cubicBezTo>
                  <a:cubicBezTo>
                    <a:pt x="30422" y="373348"/>
                    <a:pt x="36544" y="374305"/>
                    <a:pt x="54338" y="374305"/>
                  </a:cubicBezTo>
                  <a:lnTo>
                    <a:pt x="70410" y="374305"/>
                  </a:lnTo>
                  <a:lnTo>
                    <a:pt x="70410" y="393821"/>
                  </a:lnTo>
                  <a:cubicBezTo>
                    <a:pt x="70410" y="415059"/>
                    <a:pt x="71176" y="420990"/>
                    <a:pt x="75194" y="428834"/>
                  </a:cubicBezTo>
                  <a:cubicBezTo>
                    <a:pt x="78255" y="434766"/>
                    <a:pt x="85143" y="442036"/>
                    <a:pt x="91266" y="445672"/>
                  </a:cubicBezTo>
                  <a:cubicBezTo>
                    <a:pt x="101980" y="452177"/>
                    <a:pt x="94518" y="451794"/>
                    <a:pt x="225007" y="451794"/>
                  </a:cubicBezTo>
                  <a:cubicBezTo>
                    <a:pt x="355113" y="451794"/>
                    <a:pt x="349182" y="452177"/>
                    <a:pt x="359514" y="446054"/>
                  </a:cubicBezTo>
                  <a:cubicBezTo>
                    <a:pt x="366210" y="442036"/>
                    <a:pt x="370994" y="437253"/>
                    <a:pt x="374820" y="430939"/>
                  </a:cubicBezTo>
                  <a:cubicBezTo>
                    <a:pt x="379986" y="422520"/>
                    <a:pt x="380943" y="417163"/>
                    <a:pt x="380943" y="394203"/>
                  </a:cubicBezTo>
                  <a:lnTo>
                    <a:pt x="380943" y="374113"/>
                  </a:lnTo>
                  <a:lnTo>
                    <a:pt x="396823" y="374113"/>
                  </a:lnTo>
                  <a:cubicBezTo>
                    <a:pt x="415383" y="374113"/>
                    <a:pt x="422271" y="372965"/>
                    <a:pt x="429924" y="368373"/>
                  </a:cubicBezTo>
                  <a:cubicBezTo>
                    <a:pt x="440065" y="362251"/>
                    <a:pt x="446953" y="353258"/>
                    <a:pt x="449823" y="342544"/>
                  </a:cubicBezTo>
                  <a:cubicBezTo>
                    <a:pt x="451162" y="337186"/>
                    <a:pt x="451353" y="329916"/>
                    <a:pt x="451353" y="265245"/>
                  </a:cubicBezTo>
                  <a:cubicBezTo>
                    <a:pt x="451353" y="187947"/>
                    <a:pt x="451353" y="187947"/>
                    <a:pt x="446570" y="178380"/>
                  </a:cubicBezTo>
                  <a:cubicBezTo>
                    <a:pt x="443509" y="172066"/>
                    <a:pt x="435473" y="164030"/>
                    <a:pt x="429541" y="160778"/>
                  </a:cubicBezTo>
                  <a:cubicBezTo>
                    <a:pt x="421314" y="156377"/>
                    <a:pt x="415191" y="155229"/>
                    <a:pt x="397015" y="155229"/>
                  </a:cubicBezTo>
                  <a:lnTo>
                    <a:pt x="380943" y="155229"/>
                  </a:lnTo>
                  <a:lnTo>
                    <a:pt x="380943" y="96299"/>
                  </a:lnTo>
                  <a:cubicBezTo>
                    <a:pt x="380943" y="30672"/>
                    <a:pt x="380943" y="30863"/>
                    <a:pt x="374820" y="20722"/>
                  </a:cubicBezTo>
                  <a:cubicBezTo>
                    <a:pt x="371185" y="14600"/>
                    <a:pt x="363914" y="7712"/>
                    <a:pt x="357983" y="4650"/>
                  </a:cubicBezTo>
                  <a:cubicBezTo>
                    <a:pt x="348225" y="-133"/>
                    <a:pt x="352434" y="-133"/>
                    <a:pt x="225390" y="58"/>
                  </a:cubicBezTo>
                  <a:cubicBezTo>
                    <a:pt x="117095" y="250"/>
                    <a:pt x="107337" y="441"/>
                    <a:pt x="101980" y="1780"/>
                  </a:cubicBezTo>
                  <a:close/>
                  <a:moveTo>
                    <a:pt x="346120" y="30672"/>
                  </a:moveTo>
                  <a:cubicBezTo>
                    <a:pt x="347460" y="31628"/>
                    <a:pt x="349564" y="33924"/>
                    <a:pt x="350712" y="35455"/>
                  </a:cubicBezTo>
                  <a:lnTo>
                    <a:pt x="352626" y="38325"/>
                  </a:lnTo>
                  <a:lnTo>
                    <a:pt x="352626" y="96873"/>
                  </a:lnTo>
                  <a:lnTo>
                    <a:pt x="352626" y="155420"/>
                  </a:lnTo>
                  <a:lnTo>
                    <a:pt x="225581" y="155420"/>
                  </a:lnTo>
                  <a:lnTo>
                    <a:pt x="98536" y="155420"/>
                  </a:lnTo>
                  <a:lnTo>
                    <a:pt x="98536" y="96873"/>
                  </a:lnTo>
                  <a:lnTo>
                    <a:pt x="98536" y="38325"/>
                  </a:lnTo>
                  <a:lnTo>
                    <a:pt x="100641" y="35264"/>
                  </a:lnTo>
                  <a:cubicBezTo>
                    <a:pt x="101789" y="33733"/>
                    <a:pt x="104085" y="31437"/>
                    <a:pt x="105616" y="30289"/>
                  </a:cubicBezTo>
                  <a:lnTo>
                    <a:pt x="108677" y="28184"/>
                  </a:lnTo>
                  <a:lnTo>
                    <a:pt x="226346" y="28376"/>
                  </a:lnTo>
                  <a:lnTo>
                    <a:pt x="344016" y="28567"/>
                  </a:lnTo>
                  <a:lnTo>
                    <a:pt x="346120" y="30672"/>
                  </a:lnTo>
                  <a:close/>
                  <a:moveTo>
                    <a:pt x="416148" y="185651"/>
                  </a:moveTo>
                  <a:cubicBezTo>
                    <a:pt x="417679" y="186799"/>
                    <a:pt x="419975" y="188904"/>
                    <a:pt x="420931" y="190243"/>
                  </a:cubicBezTo>
                  <a:cubicBezTo>
                    <a:pt x="422845" y="192730"/>
                    <a:pt x="422845" y="193113"/>
                    <a:pt x="422845" y="265054"/>
                  </a:cubicBezTo>
                  <a:cubicBezTo>
                    <a:pt x="422845" y="336612"/>
                    <a:pt x="422845" y="337378"/>
                    <a:pt x="420931" y="339674"/>
                  </a:cubicBezTo>
                  <a:cubicBezTo>
                    <a:pt x="416531" y="345413"/>
                    <a:pt x="415765" y="345796"/>
                    <a:pt x="397589" y="345987"/>
                  </a:cubicBezTo>
                  <a:lnTo>
                    <a:pt x="380943" y="346179"/>
                  </a:lnTo>
                  <a:lnTo>
                    <a:pt x="380943" y="332212"/>
                  </a:lnTo>
                  <a:lnTo>
                    <a:pt x="380943" y="318244"/>
                  </a:lnTo>
                  <a:lnTo>
                    <a:pt x="384387" y="317288"/>
                  </a:lnTo>
                  <a:cubicBezTo>
                    <a:pt x="389170" y="315757"/>
                    <a:pt x="392040" y="313270"/>
                    <a:pt x="393762" y="308678"/>
                  </a:cubicBezTo>
                  <a:cubicBezTo>
                    <a:pt x="396441" y="301790"/>
                    <a:pt x="393571" y="294328"/>
                    <a:pt x="386874" y="291458"/>
                  </a:cubicBezTo>
                  <a:cubicBezTo>
                    <a:pt x="383239" y="289736"/>
                    <a:pt x="379030" y="289736"/>
                    <a:pt x="225772" y="289736"/>
                  </a:cubicBezTo>
                  <a:cubicBezTo>
                    <a:pt x="72324" y="289736"/>
                    <a:pt x="68306" y="289736"/>
                    <a:pt x="64670" y="291458"/>
                  </a:cubicBezTo>
                  <a:cubicBezTo>
                    <a:pt x="57974" y="294328"/>
                    <a:pt x="55104" y="301790"/>
                    <a:pt x="57782" y="308678"/>
                  </a:cubicBezTo>
                  <a:cubicBezTo>
                    <a:pt x="59504" y="313270"/>
                    <a:pt x="62374" y="315757"/>
                    <a:pt x="67158" y="317288"/>
                  </a:cubicBezTo>
                  <a:lnTo>
                    <a:pt x="70602" y="318244"/>
                  </a:lnTo>
                  <a:lnTo>
                    <a:pt x="70602" y="332212"/>
                  </a:lnTo>
                  <a:lnTo>
                    <a:pt x="70602" y="346179"/>
                  </a:lnTo>
                  <a:lnTo>
                    <a:pt x="54338" y="346179"/>
                  </a:lnTo>
                  <a:cubicBezTo>
                    <a:pt x="39032" y="346179"/>
                    <a:pt x="38075" y="346179"/>
                    <a:pt x="35205" y="344074"/>
                  </a:cubicBezTo>
                  <a:cubicBezTo>
                    <a:pt x="33675" y="342926"/>
                    <a:pt x="31379" y="340630"/>
                    <a:pt x="30231" y="339100"/>
                  </a:cubicBezTo>
                  <a:lnTo>
                    <a:pt x="28126" y="336038"/>
                  </a:lnTo>
                  <a:lnTo>
                    <a:pt x="28126" y="264863"/>
                  </a:lnTo>
                  <a:lnTo>
                    <a:pt x="28126" y="193687"/>
                  </a:lnTo>
                  <a:lnTo>
                    <a:pt x="30231" y="190626"/>
                  </a:lnTo>
                  <a:cubicBezTo>
                    <a:pt x="31379" y="189095"/>
                    <a:pt x="33675" y="186799"/>
                    <a:pt x="35205" y="185651"/>
                  </a:cubicBezTo>
                  <a:lnTo>
                    <a:pt x="38266" y="183546"/>
                  </a:lnTo>
                  <a:lnTo>
                    <a:pt x="225581" y="183546"/>
                  </a:lnTo>
                  <a:lnTo>
                    <a:pt x="413278" y="183546"/>
                  </a:lnTo>
                  <a:lnTo>
                    <a:pt x="416148" y="185651"/>
                  </a:lnTo>
                  <a:close/>
                  <a:moveTo>
                    <a:pt x="352434" y="366269"/>
                  </a:moveTo>
                  <a:cubicBezTo>
                    <a:pt x="352243" y="413719"/>
                    <a:pt x="352243" y="414867"/>
                    <a:pt x="350330" y="417163"/>
                  </a:cubicBezTo>
                  <a:cubicBezTo>
                    <a:pt x="349373" y="418502"/>
                    <a:pt x="347460" y="420416"/>
                    <a:pt x="346120" y="421372"/>
                  </a:cubicBezTo>
                  <a:cubicBezTo>
                    <a:pt x="343824" y="423286"/>
                    <a:pt x="343442" y="423286"/>
                    <a:pt x="225581" y="423286"/>
                  </a:cubicBezTo>
                  <a:cubicBezTo>
                    <a:pt x="107720" y="423286"/>
                    <a:pt x="107529" y="423286"/>
                    <a:pt x="105042" y="421372"/>
                  </a:cubicBezTo>
                  <a:cubicBezTo>
                    <a:pt x="103702" y="420416"/>
                    <a:pt x="101789" y="418502"/>
                    <a:pt x="100832" y="417163"/>
                  </a:cubicBezTo>
                  <a:cubicBezTo>
                    <a:pt x="98919" y="414867"/>
                    <a:pt x="98919" y="413719"/>
                    <a:pt x="98728" y="366269"/>
                  </a:cubicBezTo>
                  <a:lnTo>
                    <a:pt x="98536" y="317862"/>
                  </a:lnTo>
                  <a:lnTo>
                    <a:pt x="225581" y="317862"/>
                  </a:lnTo>
                  <a:lnTo>
                    <a:pt x="352626" y="317862"/>
                  </a:lnTo>
                  <a:lnTo>
                    <a:pt x="352434" y="366269"/>
                  </a:ln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05" name="Freeform: Shape 31"/>
            <p:cNvSpPr/>
            <p:nvPr/>
          </p:nvSpPr>
          <p:spPr>
            <a:xfrm>
              <a:off x="578880" y="1789920"/>
              <a:ext cx="90720" cy="2772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27720"/>
                <a:gd name="textAreaBottom" fmla="*/ 28080 h 27720"/>
                <a:gd name="GluePoint1X" fmla="*/ 8265 w 91111"/>
                <a:gd name="GluePoint1Y" fmla="*/ 1148 h 28003"/>
                <a:gd name="GluePoint2X" fmla="*/ 229 w 91111"/>
                <a:gd name="GluePoint2Y" fmla="*/ 17029 h 28003"/>
                <a:gd name="GluePoint3X" fmla="*/ 9413 w 91111"/>
                <a:gd name="GluePoint3Y" fmla="*/ 27169 h 28003"/>
                <a:gd name="GluePoint4X" fmla="*/ 47679 w 91111"/>
                <a:gd name="GluePoint4Y" fmla="*/ 27935 h 28003"/>
                <a:gd name="GluePoint5X" fmla="*/ 84989 w 91111"/>
                <a:gd name="GluePoint5Y" fmla="*/ 25830 h 28003"/>
                <a:gd name="GluePoint6X" fmla="*/ 91111 w 91111"/>
                <a:gd name="GluePoint6Y" fmla="*/ 13967 h 28003"/>
                <a:gd name="GluePoint7X" fmla="*/ 84989 w 91111"/>
                <a:gd name="GluePoint7Y" fmla="*/ 2105 h 28003"/>
                <a:gd name="GluePoint8X" fmla="*/ 46722 w 91111"/>
                <a:gd name="GluePoint8Y" fmla="*/ 0 h 28003"/>
                <a:gd name="GluePoint9X" fmla="*/ 8265 w 91111"/>
                <a:gd name="GluePoint9Y" fmla="*/ 1148 h 280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91111" h="28003">
                  <a:moveTo>
                    <a:pt x="8265" y="1148"/>
                  </a:moveTo>
                  <a:cubicBezTo>
                    <a:pt x="2333" y="3635"/>
                    <a:pt x="-919" y="10523"/>
                    <a:pt x="229" y="17029"/>
                  </a:cubicBezTo>
                  <a:cubicBezTo>
                    <a:pt x="994" y="21238"/>
                    <a:pt x="5395" y="26021"/>
                    <a:pt x="9413" y="27169"/>
                  </a:cubicBezTo>
                  <a:cubicBezTo>
                    <a:pt x="11709" y="27935"/>
                    <a:pt x="24528" y="28126"/>
                    <a:pt x="47679" y="27935"/>
                  </a:cubicBezTo>
                  <a:cubicBezTo>
                    <a:pt x="81354" y="27743"/>
                    <a:pt x="82884" y="27552"/>
                    <a:pt x="84989" y="25830"/>
                  </a:cubicBezTo>
                  <a:cubicBezTo>
                    <a:pt x="89581" y="22386"/>
                    <a:pt x="91111" y="19516"/>
                    <a:pt x="91111" y="13967"/>
                  </a:cubicBezTo>
                  <a:cubicBezTo>
                    <a:pt x="91111" y="8419"/>
                    <a:pt x="89772" y="5549"/>
                    <a:pt x="84989" y="2105"/>
                  </a:cubicBezTo>
                  <a:cubicBezTo>
                    <a:pt x="82693" y="383"/>
                    <a:pt x="81354" y="191"/>
                    <a:pt x="46722" y="0"/>
                  </a:cubicBezTo>
                  <a:cubicBezTo>
                    <a:pt x="18214" y="0"/>
                    <a:pt x="10369" y="191"/>
                    <a:pt x="8265" y="114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6920" rIns="90000" bIns="-1692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06" name="Freeform: Shape 41"/>
            <p:cNvSpPr/>
            <p:nvPr/>
          </p:nvSpPr>
          <p:spPr>
            <a:xfrm>
              <a:off x="649440" y="1923840"/>
              <a:ext cx="196560" cy="20880"/>
            </a:xfrm>
            <a:custGeom>
              <a:avLst/>
              <a:gdLst>
                <a:gd name="textAreaLeft" fmla="*/ 0 w 196560"/>
                <a:gd name="textAreaRight" fmla="*/ 196920 w 196560"/>
                <a:gd name="textAreaTop" fmla="*/ 0 h 20880"/>
                <a:gd name="textAreaBottom" fmla="*/ 21240 h 20880"/>
                <a:gd name="GluePoint1X" fmla="*/ 7974 w 196895"/>
                <a:gd name="GluePoint1Y" fmla="*/ 1018 h 21107"/>
                <a:gd name="GluePoint2X" fmla="*/ 2425 w 196895"/>
                <a:gd name="GluePoint2Y" fmla="*/ 5036 h 21107"/>
                <a:gd name="GluePoint3X" fmla="*/ 129 w 196895"/>
                <a:gd name="GluePoint3Y" fmla="*/ 11158 h 21107"/>
                <a:gd name="GluePoint4X" fmla="*/ 7209 w 196895"/>
                <a:gd name="GluePoint4Y" fmla="*/ 19386 h 21107"/>
                <a:gd name="GluePoint5X" fmla="*/ 98474 w 196895"/>
                <a:gd name="GluePoint5Y" fmla="*/ 21108 h 21107"/>
                <a:gd name="GluePoint6X" fmla="*/ 189740 w 196895"/>
                <a:gd name="GluePoint6Y" fmla="*/ 19386 h 21107"/>
                <a:gd name="GluePoint7X" fmla="*/ 196819 w 196895"/>
                <a:gd name="GluePoint7Y" fmla="*/ 11350 h 21107"/>
                <a:gd name="GluePoint8X" fmla="*/ 189740 w 196895"/>
                <a:gd name="GluePoint8Y" fmla="*/ 1592 h 21107"/>
                <a:gd name="GluePoint9X" fmla="*/ 98283 w 196895"/>
                <a:gd name="GluePoint9Y" fmla="*/ 61 h 21107"/>
                <a:gd name="GluePoint10X" fmla="*/ 7974 w 196895"/>
                <a:gd name="GluePoint10Y" fmla="*/ 1018 h 2110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6895" h="21107">
                  <a:moveTo>
                    <a:pt x="7974" y="1018"/>
                  </a:moveTo>
                  <a:cubicBezTo>
                    <a:pt x="6443" y="1401"/>
                    <a:pt x="3956" y="3314"/>
                    <a:pt x="2425" y="5036"/>
                  </a:cubicBezTo>
                  <a:cubicBezTo>
                    <a:pt x="129" y="7523"/>
                    <a:pt x="-253" y="8671"/>
                    <a:pt x="129" y="11158"/>
                  </a:cubicBezTo>
                  <a:cubicBezTo>
                    <a:pt x="703" y="14985"/>
                    <a:pt x="2808" y="17281"/>
                    <a:pt x="7209" y="19386"/>
                  </a:cubicBezTo>
                  <a:cubicBezTo>
                    <a:pt x="10653" y="20916"/>
                    <a:pt x="15245" y="21108"/>
                    <a:pt x="98474" y="21108"/>
                  </a:cubicBezTo>
                  <a:cubicBezTo>
                    <a:pt x="181704" y="21108"/>
                    <a:pt x="186487" y="21108"/>
                    <a:pt x="189740" y="19386"/>
                  </a:cubicBezTo>
                  <a:cubicBezTo>
                    <a:pt x="194332" y="17281"/>
                    <a:pt x="196245" y="14985"/>
                    <a:pt x="196819" y="11350"/>
                  </a:cubicBezTo>
                  <a:cubicBezTo>
                    <a:pt x="197393" y="7523"/>
                    <a:pt x="194714" y="3888"/>
                    <a:pt x="189740" y="1592"/>
                  </a:cubicBezTo>
                  <a:cubicBezTo>
                    <a:pt x="186296" y="61"/>
                    <a:pt x="181895" y="-130"/>
                    <a:pt x="98283" y="61"/>
                  </a:cubicBezTo>
                  <a:cubicBezTo>
                    <a:pt x="39926" y="61"/>
                    <a:pt x="9887" y="444"/>
                    <a:pt x="7974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07" name="Freeform: Shape 43"/>
            <p:cNvSpPr/>
            <p:nvPr/>
          </p:nvSpPr>
          <p:spPr>
            <a:xfrm>
              <a:off x="649440" y="1966320"/>
              <a:ext cx="196200" cy="20880"/>
            </a:xfrm>
            <a:custGeom>
              <a:avLst/>
              <a:gdLst>
                <a:gd name="textAreaLeft" fmla="*/ 0 w 196200"/>
                <a:gd name="textAreaRight" fmla="*/ 196560 w 196200"/>
                <a:gd name="textAreaTop" fmla="*/ 0 h 20880"/>
                <a:gd name="textAreaBottom" fmla="*/ 21240 h 20880"/>
                <a:gd name="GluePoint1X" fmla="*/ 7845 w 196689"/>
                <a:gd name="GluePoint1Y" fmla="*/ 1018 h 21299"/>
                <a:gd name="GluePoint2X" fmla="*/ 0 w 196689"/>
                <a:gd name="GluePoint2Y" fmla="*/ 10585 h 21299"/>
                <a:gd name="GluePoint3X" fmla="*/ 7079 w 196689"/>
                <a:gd name="GluePoint3Y" fmla="*/ 19577 h 21299"/>
                <a:gd name="GluePoint4X" fmla="*/ 98345 w 196689"/>
                <a:gd name="GluePoint4Y" fmla="*/ 21299 h 21299"/>
                <a:gd name="GluePoint5X" fmla="*/ 189610 w 196689"/>
                <a:gd name="GluePoint5Y" fmla="*/ 19577 h 21299"/>
                <a:gd name="GluePoint6X" fmla="*/ 196690 w 196689"/>
                <a:gd name="GluePoint6Y" fmla="*/ 10585 h 21299"/>
                <a:gd name="GluePoint7X" fmla="*/ 189610 w 196689"/>
                <a:gd name="GluePoint7Y" fmla="*/ 1592 h 21299"/>
                <a:gd name="GluePoint8X" fmla="*/ 98345 w 196689"/>
                <a:gd name="GluePoint8Y" fmla="*/ 61 h 21299"/>
                <a:gd name="GluePoint9X" fmla="*/ 7845 w 196689"/>
                <a:gd name="GluePoint9Y" fmla="*/ 1018 h 212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96689" h="21299">
                  <a:moveTo>
                    <a:pt x="7845" y="1018"/>
                  </a:moveTo>
                  <a:cubicBezTo>
                    <a:pt x="3444" y="2549"/>
                    <a:pt x="0" y="6567"/>
                    <a:pt x="0" y="10585"/>
                  </a:cubicBezTo>
                  <a:cubicBezTo>
                    <a:pt x="0" y="14602"/>
                    <a:pt x="2105" y="17281"/>
                    <a:pt x="7079" y="19577"/>
                  </a:cubicBezTo>
                  <a:cubicBezTo>
                    <a:pt x="10523" y="21108"/>
                    <a:pt x="15115" y="21299"/>
                    <a:pt x="98345" y="21299"/>
                  </a:cubicBezTo>
                  <a:cubicBezTo>
                    <a:pt x="181574" y="21299"/>
                    <a:pt x="186358" y="21299"/>
                    <a:pt x="189610" y="19577"/>
                  </a:cubicBezTo>
                  <a:cubicBezTo>
                    <a:pt x="194585" y="17281"/>
                    <a:pt x="196690" y="14794"/>
                    <a:pt x="196690" y="10585"/>
                  </a:cubicBezTo>
                  <a:cubicBezTo>
                    <a:pt x="196690" y="6567"/>
                    <a:pt x="194585" y="3888"/>
                    <a:pt x="189610" y="1592"/>
                  </a:cubicBezTo>
                  <a:cubicBezTo>
                    <a:pt x="186166" y="61"/>
                    <a:pt x="181766" y="-130"/>
                    <a:pt x="98345" y="61"/>
                  </a:cubicBezTo>
                  <a:cubicBezTo>
                    <a:pt x="41328" y="61"/>
                    <a:pt x="9758" y="444"/>
                    <a:pt x="7845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cxnSp>
        <p:nvCxnSpPr>
          <p:cNvPr id="308" name="Straight Connector 70"/>
          <p:cNvCxnSpPr/>
          <p:nvPr/>
        </p:nvCxnSpPr>
        <p:spPr>
          <a:xfrm>
            <a:off x="393840" y="2859480"/>
            <a:ext cx="18540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309" name="Straight Arrow Connector 79"/>
          <p:cNvCxnSpPr/>
          <p:nvPr/>
        </p:nvCxnSpPr>
        <p:spPr>
          <a:xfrm flipV="1">
            <a:off x="1024200" y="2808000"/>
            <a:ext cx="609120" cy="2880"/>
          </a:xfrm>
          <a:prstGeom prst="straightConnector1">
            <a:avLst/>
          </a:prstGeom>
          <a:ln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cxnSp>
        <p:nvCxnSpPr>
          <p:cNvPr id="310" name="Straight Connector 88"/>
          <p:cNvCxnSpPr/>
          <p:nvPr/>
        </p:nvCxnSpPr>
        <p:spPr>
          <a:xfrm>
            <a:off x="412200" y="360252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311" name="Straight Connector 96"/>
          <p:cNvCxnSpPr/>
          <p:nvPr/>
        </p:nvCxnSpPr>
        <p:spPr>
          <a:xfrm>
            <a:off x="412200" y="104616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sp>
        <p:nvSpPr>
          <p:cNvPr id="312" name="Rectangle 16"/>
          <p:cNvSpPr/>
          <p:nvPr/>
        </p:nvSpPr>
        <p:spPr>
          <a:xfrm>
            <a:off x="1628640" y="179640"/>
            <a:ext cx="1404720" cy="4185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CA" sz="18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Internet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13" name="Graphic 17" descr="Server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1887480" y="631800"/>
            <a:ext cx="560880" cy="50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4" name="TextBox 18"/>
          <p:cNvSpPr/>
          <p:nvPr/>
        </p:nvSpPr>
        <p:spPr>
          <a:xfrm>
            <a:off x="1658160" y="1050120"/>
            <a:ext cx="12747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Publicresults fly.dev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15" name="Connector: Curved 19"/>
          <p:cNvCxnSpPr>
            <a:stCxn id="313" idx="3"/>
            <a:endCxn id="316" idx="0"/>
          </p:cNvCxnSpPr>
          <p:nvPr/>
        </p:nvCxnSpPr>
        <p:spPr>
          <a:xfrm flipH="1">
            <a:off x="2087280" y="885960"/>
            <a:ext cx="361440" cy="721440"/>
          </a:xfrm>
          <a:prstGeom prst="curvedConnector4">
            <a:avLst>
              <a:gd name="adj1" fmla="val -63310"/>
              <a:gd name="adj2" fmla="val 67698"/>
            </a:avLst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pic>
        <p:nvPicPr>
          <p:cNvPr id="317" name="Graphic 21" descr="Smart Phone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1959120" y="160704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18" name="TextBox 22"/>
          <p:cNvSpPr/>
          <p:nvPr/>
        </p:nvSpPr>
        <p:spPr>
          <a:xfrm>
            <a:off x="1849320" y="3291840"/>
            <a:ext cx="93888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Facebook/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YouTube Live Streaming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9" name="TextBox 23"/>
          <p:cNvSpPr/>
          <p:nvPr/>
        </p:nvSpPr>
        <p:spPr>
          <a:xfrm>
            <a:off x="2059920" y="1586520"/>
            <a:ext cx="980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Phone/remote Scoreboards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0" name="Graphic 45" descr="Cloud"/>
          <p:cNvSpPr/>
          <p:nvPr/>
        </p:nvSpPr>
        <p:spPr>
          <a:xfrm>
            <a:off x="1730160" y="3100680"/>
            <a:ext cx="1094400" cy="785880"/>
          </a:xfrm>
          <a:custGeom>
            <a:avLst/>
            <a:gdLst>
              <a:gd name="textAreaLeft" fmla="*/ 0 w 1094400"/>
              <a:gd name="textAreaRight" fmla="*/ 1094760 w 1094400"/>
              <a:gd name="textAreaTop" fmla="*/ 0 h 785880"/>
              <a:gd name="textAreaBottom" fmla="*/ 786240 h 78588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Rectangle 76"/>
          <p:cNvSpPr/>
          <p:nvPr/>
        </p:nvSpPr>
        <p:spPr>
          <a:xfrm>
            <a:off x="1556640" y="107640"/>
            <a:ext cx="1404720" cy="418536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70AD47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CA" sz="18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Internet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22" name="TextBox 71"/>
          <p:cNvSpPr/>
          <p:nvPr/>
        </p:nvSpPr>
        <p:spPr>
          <a:xfrm>
            <a:off x="423720" y="1075320"/>
            <a:ext cx="5868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23" name="Graphic 6" descr="Server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815480" y="559800"/>
            <a:ext cx="560880" cy="50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4" name="TextBox 140"/>
          <p:cNvSpPr/>
          <p:nvPr/>
        </p:nvSpPr>
        <p:spPr>
          <a:xfrm>
            <a:off x="1586160" y="978120"/>
            <a:ext cx="12747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Publicresults fly.dev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25" name="Connector: Curved 15"/>
          <p:cNvCxnSpPr>
            <a:stCxn id="323" idx="3"/>
            <a:endCxn id="326" idx="0"/>
          </p:cNvCxnSpPr>
          <p:nvPr/>
        </p:nvCxnSpPr>
        <p:spPr>
          <a:xfrm flipH="1">
            <a:off x="2015280" y="813960"/>
            <a:ext cx="361440" cy="721440"/>
          </a:xfrm>
          <a:prstGeom prst="curvedConnector4">
            <a:avLst>
              <a:gd name="adj1" fmla="val -63310"/>
              <a:gd name="adj2" fmla="val 67698"/>
            </a:avLst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pic>
        <p:nvPicPr>
          <p:cNvPr id="327" name="Graphic 91" descr="Smart Phone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887120" y="153504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28" name="Graphic 268"/>
          <p:cNvPicPr/>
          <p:nvPr/>
        </p:nvPicPr>
        <p:blipFill>
          <a:blip r:embed="rId5"/>
          <a:srcRect l="0" t="19756" r="0" b="39177"/>
          <a:stretch/>
        </p:blipFill>
        <p:spPr>
          <a:xfrm>
            <a:off x="350280" y="262656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29" name="TextBox 354"/>
          <p:cNvSpPr/>
          <p:nvPr/>
        </p:nvSpPr>
        <p:spPr>
          <a:xfrm>
            <a:off x="1777320" y="3219840"/>
            <a:ext cx="93888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Facebook/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YouTube Live Streaming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0" name="TextBox 406"/>
          <p:cNvSpPr/>
          <p:nvPr/>
        </p:nvSpPr>
        <p:spPr>
          <a:xfrm>
            <a:off x="280440" y="240588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Competition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1" name="TextBox 73"/>
          <p:cNvSpPr/>
          <p:nvPr/>
        </p:nvSpPr>
        <p:spPr>
          <a:xfrm>
            <a:off x="1987920" y="1514520"/>
            <a:ext cx="980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Phone/remote Scoreboards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32" name="Straight Arrow Connector 108"/>
          <p:cNvCxnSpPr/>
          <p:nvPr/>
        </p:nvCxnSpPr>
        <p:spPr>
          <a:xfrm flipH="1">
            <a:off x="124200" y="180360"/>
            <a:ext cx="216360" cy="360"/>
          </a:xfrm>
          <a:prstGeom prst="straightConnector1">
            <a:avLst/>
          </a:prstGeom>
          <a:ln w="12700">
            <a:solidFill>
              <a:srgbClr val="4472C4"/>
            </a:solidFill>
            <a:tailEnd len="med" type="triangle" w="med"/>
          </a:ln>
        </p:spPr>
      </p:cxnSp>
      <p:pic>
        <p:nvPicPr>
          <p:cNvPr id="333" name="Graphic 24" descr="Laptop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410040" y="332784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34" name="TextBox 25"/>
          <p:cNvSpPr/>
          <p:nvPr/>
        </p:nvSpPr>
        <p:spPr>
          <a:xfrm>
            <a:off x="278640" y="3728520"/>
            <a:ext cx="81756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ts val="1001"/>
              </a:lnSpc>
            </a:pP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OBS</a:t>
            </a:r>
            <a:br>
              <a:rPr sz="1010"/>
            </a:b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Streaming 1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5" name="Graphic 26" descr="Laptop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433800" y="72792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36" name="Straight Arrow Connector 27"/>
          <p:cNvCxnSpPr>
            <a:endCxn id="337" idx="31"/>
          </p:cNvCxnSpPr>
          <p:nvPr/>
        </p:nvCxnSpPr>
        <p:spPr>
          <a:xfrm flipH="1">
            <a:off x="675720" y="1311840"/>
            <a:ext cx="2160" cy="201240"/>
          </a:xfrm>
          <a:prstGeom prst="straightConnector1">
            <a:avLst/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grpSp>
        <p:nvGrpSpPr>
          <p:cNvPr id="338" name="Graphic 8"/>
          <p:cNvGrpSpPr/>
          <p:nvPr/>
        </p:nvGrpSpPr>
        <p:grpSpPr>
          <a:xfrm>
            <a:off x="450360" y="1512720"/>
            <a:ext cx="451080" cy="451440"/>
            <a:chOff x="450360" y="1512720"/>
            <a:chExt cx="451080" cy="451440"/>
          </a:xfrm>
        </p:grpSpPr>
        <p:sp>
          <p:nvSpPr>
            <p:cNvPr id="337" name="Freeform: Shape 29"/>
            <p:cNvSpPr/>
            <p:nvPr/>
          </p:nvSpPr>
          <p:spPr>
            <a:xfrm>
              <a:off x="450360" y="1512720"/>
              <a:ext cx="451080" cy="451440"/>
            </a:xfrm>
            <a:custGeom>
              <a:avLst/>
              <a:gdLst>
                <a:gd name="textAreaLeft" fmla="*/ 0 w 451080"/>
                <a:gd name="textAreaRight" fmla="*/ 451440 w 451080"/>
                <a:gd name="textAreaTop" fmla="*/ 0 h 451440"/>
                <a:gd name="textAreaBottom" fmla="*/ 451800 h 451440"/>
                <a:gd name="GluePoint1X" fmla="*/ 101980 w 451353"/>
                <a:gd name="GluePoint1Y" fmla="*/ 1780 h 451799"/>
                <a:gd name="GluePoint2X" fmla="*/ 76150 w 451353"/>
                <a:gd name="GluePoint2Y" fmla="*/ 21679 h 451799"/>
                <a:gd name="GluePoint3X" fmla="*/ 70410 w 451353"/>
                <a:gd name="GluePoint3Y" fmla="*/ 97255 h 451799"/>
                <a:gd name="GluePoint4X" fmla="*/ 70410 w 451353"/>
                <a:gd name="GluePoint4Y" fmla="*/ 155612 h 451799"/>
                <a:gd name="GluePoint5X" fmla="*/ 54530 w 451353"/>
                <a:gd name="GluePoint5Y" fmla="*/ 155612 h 451799"/>
                <a:gd name="GluePoint6X" fmla="*/ 21429 w 451353"/>
                <a:gd name="GluePoint6Y" fmla="*/ 161352 h 451799"/>
                <a:gd name="GluePoint7X" fmla="*/ 1531 w 451353"/>
                <a:gd name="GluePoint7Y" fmla="*/ 187182 h 451799"/>
                <a:gd name="GluePoint8X" fmla="*/ 0 w 451353"/>
                <a:gd name="GluePoint8Y" fmla="*/ 264480 h 451799"/>
                <a:gd name="GluePoint9X" fmla="*/ 4783 w 451353"/>
                <a:gd name="GluePoint9Y" fmla="*/ 351536 h 451799"/>
                <a:gd name="GluePoint10X" fmla="*/ 22577 w 451353"/>
                <a:gd name="GluePoint10Y" fmla="*/ 369330 h 451799"/>
                <a:gd name="GluePoint11X" fmla="*/ 54338 w 451353"/>
                <a:gd name="GluePoint11Y" fmla="*/ 374305 h 451799"/>
                <a:gd name="GluePoint12X" fmla="*/ 70410 w 451353"/>
                <a:gd name="GluePoint12Y" fmla="*/ 374305 h 451799"/>
                <a:gd name="GluePoint13X" fmla="*/ 70410 w 451353"/>
                <a:gd name="GluePoint13Y" fmla="*/ 393821 h 451799"/>
                <a:gd name="GluePoint14X" fmla="*/ 75194 w 451353"/>
                <a:gd name="GluePoint14Y" fmla="*/ 428834 h 451799"/>
                <a:gd name="GluePoint15X" fmla="*/ 91266 w 451353"/>
                <a:gd name="GluePoint15Y" fmla="*/ 445672 h 451799"/>
                <a:gd name="GluePoint16X" fmla="*/ 225007 w 451353"/>
                <a:gd name="GluePoint16Y" fmla="*/ 451794 h 451799"/>
                <a:gd name="GluePoint17X" fmla="*/ 359514 w 451353"/>
                <a:gd name="GluePoint17Y" fmla="*/ 446054 h 451799"/>
                <a:gd name="GluePoint18X" fmla="*/ 374820 w 451353"/>
                <a:gd name="GluePoint18Y" fmla="*/ 430939 h 451799"/>
                <a:gd name="GluePoint19X" fmla="*/ 380943 w 451353"/>
                <a:gd name="GluePoint19Y" fmla="*/ 394203 h 451799"/>
                <a:gd name="GluePoint20X" fmla="*/ 380943 w 451353"/>
                <a:gd name="GluePoint20Y" fmla="*/ 374113 h 451799"/>
                <a:gd name="GluePoint21X" fmla="*/ 396823 w 451353"/>
                <a:gd name="GluePoint21Y" fmla="*/ 374113 h 451799"/>
                <a:gd name="GluePoint22X" fmla="*/ 429924 w 451353"/>
                <a:gd name="GluePoint22Y" fmla="*/ 368373 h 451799"/>
                <a:gd name="GluePoint23X" fmla="*/ 449823 w 451353"/>
                <a:gd name="GluePoint23Y" fmla="*/ 342544 h 451799"/>
                <a:gd name="GluePoint24X" fmla="*/ 451353 w 451353"/>
                <a:gd name="GluePoint24Y" fmla="*/ 265245 h 451799"/>
                <a:gd name="GluePoint25X" fmla="*/ 446570 w 451353"/>
                <a:gd name="GluePoint25Y" fmla="*/ 178380 h 451799"/>
                <a:gd name="GluePoint26X" fmla="*/ 429541 w 451353"/>
                <a:gd name="GluePoint26Y" fmla="*/ 160778 h 451799"/>
                <a:gd name="GluePoint27X" fmla="*/ 397015 w 451353"/>
                <a:gd name="GluePoint27Y" fmla="*/ 155229 h 451799"/>
                <a:gd name="GluePoint28X" fmla="*/ 380943 w 451353"/>
                <a:gd name="GluePoint28Y" fmla="*/ 155229 h 451799"/>
                <a:gd name="GluePoint29X" fmla="*/ 380943 w 451353"/>
                <a:gd name="GluePoint29Y" fmla="*/ 96299 h 451799"/>
                <a:gd name="GluePoint30X" fmla="*/ 374820 w 451353"/>
                <a:gd name="GluePoint30Y" fmla="*/ 20722 h 451799"/>
                <a:gd name="GluePoint31X" fmla="*/ 357983 w 451353"/>
                <a:gd name="GluePoint31Y" fmla="*/ 4650 h 451799"/>
                <a:gd name="GluePoint32X" fmla="*/ 225390 w 451353"/>
                <a:gd name="GluePoint32Y" fmla="*/ 58 h 451799"/>
                <a:gd name="GluePoint33X" fmla="*/ 101980 w 451353"/>
                <a:gd name="GluePoint33Y" fmla="*/ 1780 h 451799"/>
                <a:gd name="GluePoint34X" fmla="*/ 346120 w 451353"/>
                <a:gd name="GluePoint34Y" fmla="*/ 30672 h 451799"/>
                <a:gd name="GluePoint35X" fmla="*/ 350712 w 451353"/>
                <a:gd name="GluePoint35Y" fmla="*/ 35455 h 451799"/>
                <a:gd name="GluePoint36X" fmla="*/ 352626 w 451353"/>
                <a:gd name="GluePoint36Y" fmla="*/ 38325 h 451799"/>
                <a:gd name="GluePoint37X" fmla="*/ 352626 w 451353"/>
                <a:gd name="GluePoint37Y" fmla="*/ 96873 h 451799"/>
                <a:gd name="GluePoint38X" fmla="*/ 352626 w 451353"/>
                <a:gd name="GluePoint38Y" fmla="*/ 155420 h 451799"/>
                <a:gd name="GluePoint39X" fmla="*/ 225581 w 451353"/>
                <a:gd name="GluePoint39Y" fmla="*/ 155420 h 451799"/>
                <a:gd name="GluePoint40X" fmla="*/ 98536 w 451353"/>
                <a:gd name="GluePoint40Y" fmla="*/ 155420 h 451799"/>
                <a:gd name="GluePoint41X" fmla="*/ 98536 w 451353"/>
                <a:gd name="GluePoint41Y" fmla="*/ 96873 h 451799"/>
                <a:gd name="GluePoint42X" fmla="*/ 98536 w 451353"/>
                <a:gd name="GluePoint42Y" fmla="*/ 38325 h 451799"/>
                <a:gd name="GluePoint43X" fmla="*/ 100641 w 451353"/>
                <a:gd name="GluePoint43Y" fmla="*/ 35264 h 451799"/>
                <a:gd name="GluePoint44X" fmla="*/ 105616 w 451353"/>
                <a:gd name="GluePoint44Y" fmla="*/ 30289 h 451799"/>
                <a:gd name="GluePoint45X" fmla="*/ 108677 w 451353"/>
                <a:gd name="GluePoint45Y" fmla="*/ 28184 h 451799"/>
                <a:gd name="GluePoint46X" fmla="*/ 226346 w 451353"/>
                <a:gd name="GluePoint46Y" fmla="*/ 28376 h 451799"/>
                <a:gd name="GluePoint47X" fmla="*/ 344016 w 451353"/>
                <a:gd name="GluePoint47Y" fmla="*/ 28567 h 451799"/>
                <a:gd name="GluePoint48X" fmla="*/ 346120 w 451353"/>
                <a:gd name="GluePoint48Y" fmla="*/ 30672 h 451799"/>
                <a:gd name="GluePoint49X" fmla="*/ 416148 w 451353"/>
                <a:gd name="GluePoint49Y" fmla="*/ 185651 h 451799"/>
                <a:gd name="GluePoint50X" fmla="*/ 420931 w 451353"/>
                <a:gd name="GluePoint50Y" fmla="*/ 190243 h 451799"/>
                <a:gd name="GluePoint51X" fmla="*/ 422845 w 451353"/>
                <a:gd name="GluePoint51Y" fmla="*/ 265054 h 451799"/>
                <a:gd name="GluePoint52X" fmla="*/ 420931 w 451353"/>
                <a:gd name="GluePoint52Y" fmla="*/ 339674 h 451799"/>
                <a:gd name="GluePoint53X" fmla="*/ 397589 w 451353"/>
                <a:gd name="GluePoint53Y" fmla="*/ 345987 h 451799"/>
                <a:gd name="GluePoint54X" fmla="*/ 380943 w 451353"/>
                <a:gd name="GluePoint54Y" fmla="*/ 346179 h 451799"/>
                <a:gd name="GluePoint55X" fmla="*/ 380943 w 451353"/>
                <a:gd name="GluePoint55Y" fmla="*/ 332212 h 451799"/>
                <a:gd name="GluePoint56X" fmla="*/ 380943 w 451353"/>
                <a:gd name="GluePoint56Y" fmla="*/ 318244 h 451799"/>
                <a:gd name="GluePoint57X" fmla="*/ 384387 w 451353"/>
                <a:gd name="GluePoint57Y" fmla="*/ 317288 h 451799"/>
                <a:gd name="GluePoint58X" fmla="*/ 393762 w 451353"/>
                <a:gd name="GluePoint58Y" fmla="*/ 308678 h 451799"/>
                <a:gd name="GluePoint59X" fmla="*/ 386874 w 451353"/>
                <a:gd name="GluePoint59Y" fmla="*/ 291458 h 451799"/>
                <a:gd name="GluePoint60X" fmla="*/ 225772 w 451353"/>
                <a:gd name="GluePoint60Y" fmla="*/ 289736 h 451799"/>
                <a:gd name="GluePoint61X" fmla="*/ 64670 w 451353"/>
                <a:gd name="GluePoint61Y" fmla="*/ 291458 h 451799"/>
                <a:gd name="GluePoint62X" fmla="*/ 57782 w 451353"/>
                <a:gd name="GluePoint62Y" fmla="*/ 308678 h 451799"/>
                <a:gd name="GluePoint63X" fmla="*/ 67158 w 451353"/>
                <a:gd name="GluePoint63Y" fmla="*/ 317288 h 451799"/>
                <a:gd name="GluePoint64X" fmla="*/ 70602 w 451353"/>
                <a:gd name="GluePoint64Y" fmla="*/ 318244 h 451799"/>
                <a:gd name="GluePoint65X" fmla="*/ 70602 w 451353"/>
                <a:gd name="GluePoint65Y" fmla="*/ 332212 h 451799"/>
                <a:gd name="GluePoint66X" fmla="*/ 70602 w 451353"/>
                <a:gd name="GluePoint66Y" fmla="*/ 346179 h 451799"/>
                <a:gd name="GluePoint67X" fmla="*/ 54338 w 451353"/>
                <a:gd name="GluePoint67Y" fmla="*/ 346179 h 451799"/>
                <a:gd name="GluePoint68X" fmla="*/ 35205 w 451353"/>
                <a:gd name="GluePoint68Y" fmla="*/ 344074 h 451799"/>
                <a:gd name="GluePoint69X" fmla="*/ 30231 w 451353"/>
                <a:gd name="GluePoint69Y" fmla="*/ 339100 h 451799"/>
                <a:gd name="GluePoint70X" fmla="*/ 28126 w 451353"/>
                <a:gd name="GluePoint70Y" fmla="*/ 336038 h 451799"/>
                <a:gd name="GluePoint71X" fmla="*/ 28126 w 451353"/>
                <a:gd name="GluePoint71Y" fmla="*/ 264863 h 451799"/>
                <a:gd name="GluePoint72X" fmla="*/ 28126 w 451353"/>
                <a:gd name="GluePoint72Y" fmla="*/ 193687 h 451799"/>
                <a:gd name="GluePoint73X" fmla="*/ 30231 w 451353"/>
                <a:gd name="GluePoint73Y" fmla="*/ 190626 h 451799"/>
                <a:gd name="GluePoint74X" fmla="*/ 35205 w 451353"/>
                <a:gd name="GluePoint74Y" fmla="*/ 185651 h 451799"/>
                <a:gd name="GluePoint75X" fmla="*/ 38266 w 451353"/>
                <a:gd name="GluePoint75Y" fmla="*/ 183546 h 451799"/>
                <a:gd name="GluePoint76X" fmla="*/ 225581 w 451353"/>
                <a:gd name="GluePoint76Y" fmla="*/ 183546 h 451799"/>
                <a:gd name="GluePoint77X" fmla="*/ 413278 w 451353"/>
                <a:gd name="GluePoint77Y" fmla="*/ 183546 h 451799"/>
                <a:gd name="GluePoint78X" fmla="*/ 416148 w 451353"/>
                <a:gd name="GluePoint78Y" fmla="*/ 185651 h 451799"/>
                <a:gd name="GluePoint79X" fmla="*/ 352434 w 451353"/>
                <a:gd name="GluePoint79Y" fmla="*/ 366269 h 451799"/>
                <a:gd name="GluePoint80X" fmla="*/ 350330 w 451353"/>
                <a:gd name="GluePoint80Y" fmla="*/ 417163 h 451799"/>
                <a:gd name="GluePoint81X" fmla="*/ 346120 w 451353"/>
                <a:gd name="GluePoint81Y" fmla="*/ 421372 h 451799"/>
                <a:gd name="GluePoint82X" fmla="*/ 225581 w 451353"/>
                <a:gd name="GluePoint82Y" fmla="*/ 423286 h 451799"/>
                <a:gd name="GluePoint83X" fmla="*/ 105042 w 451353"/>
                <a:gd name="GluePoint83Y" fmla="*/ 421372 h 451799"/>
                <a:gd name="GluePoint84X" fmla="*/ 100832 w 451353"/>
                <a:gd name="GluePoint84Y" fmla="*/ 417163 h 451799"/>
                <a:gd name="GluePoint85X" fmla="*/ 98728 w 451353"/>
                <a:gd name="GluePoint85Y" fmla="*/ 366269 h 451799"/>
                <a:gd name="GluePoint86X" fmla="*/ 98536 w 451353"/>
                <a:gd name="GluePoint86Y" fmla="*/ 317862 h 451799"/>
                <a:gd name="GluePoint87X" fmla="*/ 225581 w 451353"/>
                <a:gd name="GluePoint87Y" fmla="*/ 317862 h 451799"/>
                <a:gd name="GluePoint88X" fmla="*/ 352626 w 451353"/>
                <a:gd name="GluePoint88Y" fmla="*/ 317862 h 451799"/>
                <a:gd name="GluePoint89X" fmla="*/ 352434 w 451353"/>
                <a:gd name="GluePoint89Y" fmla="*/ 366269 h 4517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</a:cxnLst>
              <a:rect l="textAreaLeft" t="textAreaTop" r="textAreaRight" b="textAreaBottom"/>
              <a:pathLst>
                <a:path w="451353" h="451799">
                  <a:moveTo>
                    <a:pt x="101980" y="1780"/>
                  </a:moveTo>
                  <a:cubicBezTo>
                    <a:pt x="91266" y="4650"/>
                    <a:pt x="82273" y="11538"/>
                    <a:pt x="76150" y="21679"/>
                  </a:cubicBezTo>
                  <a:cubicBezTo>
                    <a:pt x="70410" y="31246"/>
                    <a:pt x="70410" y="32202"/>
                    <a:pt x="70410" y="97255"/>
                  </a:cubicBezTo>
                  <a:lnTo>
                    <a:pt x="70410" y="155612"/>
                  </a:lnTo>
                  <a:lnTo>
                    <a:pt x="54530" y="155612"/>
                  </a:lnTo>
                  <a:cubicBezTo>
                    <a:pt x="35970" y="155612"/>
                    <a:pt x="29083" y="156760"/>
                    <a:pt x="21429" y="161352"/>
                  </a:cubicBezTo>
                  <a:cubicBezTo>
                    <a:pt x="11289" y="167474"/>
                    <a:pt x="4401" y="176467"/>
                    <a:pt x="1531" y="187182"/>
                  </a:cubicBezTo>
                  <a:cubicBezTo>
                    <a:pt x="191" y="192539"/>
                    <a:pt x="0" y="199810"/>
                    <a:pt x="0" y="264480"/>
                  </a:cubicBezTo>
                  <a:cubicBezTo>
                    <a:pt x="0" y="342161"/>
                    <a:pt x="0" y="341778"/>
                    <a:pt x="4783" y="351536"/>
                  </a:cubicBezTo>
                  <a:cubicBezTo>
                    <a:pt x="7845" y="357467"/>
                    <a:pt x="16646" y="366269"/>
                    <a:pt x="22577" y="369330"/>
                  </a:cubicBezTo>
                  <a:cubicBezTo>
                    <a:pt x="30422" y="373348"/>
                    <a:pt x="36544" y="374305"/>
                    <a:pt x="54338" y="374305"/>
                  </a:cubicBezTo>
                  <a:lnTo>
                    <a:pt x="70410" y="374305"/>
                  </a:lnTo>
                  <a:lnTo>
                    <a:pt x="70410" y="393821"/>
                  </a:lnTo>
                  <a:cubicBezTo>
                    <a:pt x="70410" y="415059"/>
                    <a:pt x="71176" y="420990"/>
                    <a:pt x="75194" y="428834"/>
                  </a:cubicBezTo>
                  <a:cubicBezTo>
                    <a:pt x="78255" y="434766"/>
                    <a:pt x="85143" y="442036"/>
                    <a:pt x="91266" y="445672"/>
                  </a:cubicBezTo>
                  <a:cubicBezTo>
                    <a:pt x="101980" y="452177"/>
                    <a:pt x="94518" y="451794"/>
                    <a:pt x="225007" y="451794"/>
                  </a:cubicBezTo>
                  <a:cubicBezTo>
                    <a:pt x="355113" y="451794"/>
                    <a:pt x="349182" y="452177"/>
                    <a:pt x="359514" y="446054"/>
                  </a:cubicBezTo>
                  <a:cubicBezTo>
                    <a:pt x="366210" y="442036"/>
                    <a:pt x="370994" y="437253"/>
                    <a:pt x="374820" y="430939"/>
                  </a:cubicBezTo>
                  <a:cubicBezTo>
                    <a:pt x="379986" y="422520"/>
                    <a:pt x="380943" y="417163"/>
                    <a:pt x="380943" y="394203"/>
                  </a:cubicBezTo>
                  <a:lnTo>
                    <a:pt x="380943" y="374113"/>
                  </a:lnTo>
                  <a:lnTo>
                    <a:pt x="396823" y="374113"/>
                  </a:lnTo>
                  <a:cubicBezTo>
                    <a:pt x="415383" y="374113"/>
                    <a:pt x="422271" y="372965"/>
                    <a:pt x="429924" y="368373"/>
                  </a:cubicBezTo>
                  <a:cubicBezTo>
                    <a:pt x="440065" y="362251"/>
                    <a:pt x="446953" y="353258"/>
                    <a:pt x="449823" y="342544"/>
                  </a:cubicBezTo>
                  <a:cubicBezTo>
                    <a:pt x="451162" y="337186"/>
                    <a:pt x="451353" y="329916"/>
                    <a:pt x="451353" y="265245"/>
                  </a:cubicBezTo>
                  <a:cubicBezTo>
                    <a:pt x="451353" y="187947"/>
                    <a:pt x="451353" y="187947"/>
                    <a:pt x="446570" y="178380"/>
                  </a:cubicBezTo>
                  <a:cubicBezTo>
                    <a:pt x="443509" y="172066"/>
                    <a:pt x="435473" y="164030"/>
                    <a:pt x="429541" y="160778"/>
                  </a:cubicBezTo>
                  <a:cubicBezTo>
                    <a:pt x="421314" y="156377"/>
                    <a:pt x="415191" y="155229"/>
                    <a:pt x="397015" y="155229"/>
                  </a:cubicBezTo>
                  <a:lnTo>
                    <a:pt x="380943" y="155229"/>
                  </a:lnTo>
                  <a:lnTo>
                    <a:pt x="380943" y="96299"/>
                  </a:lnTo>
                  <a:cubicBezTo>
                    <a:pt x="380943" y="30672"/>
                    <a:pt x="380943" y="30863"/>
                    <a:pt x="374820" y="20722"/>
                  </a:cubicBezTo>
                  <a:cubicBezTo>
                    <a:pt x="371185" y="14600"/>
                    <a:pt x="363914" y="7712"/>
                    <a:pt x="357983" y="4650"/>
                  </a:cubicBezTo>
                  <a:cubicBezTo>
                    <a:pt x="348225" y="-133"/>
                    <a:pt x="352434" y="-133"/>
                    <a:pt x="225390" y="58"/>
                  </a:cubicBezTo>
                  <a:cubicBezTo>
                    <a:pt x="117095" y="250"/>
                    <a:pt x="107337" y="441"/>
                    <a:pt x="101980" y="1780"/>
                  </a:cubicBezTo>
                  <a:close/>
                  <a:moveTo>
                    <a:pt x="346120" y="30672"/>
                  </a:moveTo>
                  <a:cubicBezTo>
                    <a:pt x="347460" y="31628"/>
                    <a:pt x="349564" y="33924"/>
                    <a:pt x="350712" y="35455"/>
                  </a:cubicBezTo>
                  <a:lnTo>
                    <a:pt x="352626" y="38325"/>
                  </a:lnTo>
                  <a:lnTo>
                    <a:pt x="352626" y="96873"/>
                  </a:lnTo>
                  <a:lnTo>
                    <a:pt x="352626" y="155420"/>
                  </a:lnTo>
                  <a:lnTo>
                    <a:pt x="225581" y="155420"/>
                  </a:lnTo>
                  <a:lnTo>
                    <a:pt x="98536" y="155420"/>
                  </a:lnTo>
                  <a:lnTo>
                    <a:pt x="98536" y="96873"/>
                  </a:lnTo>
                  <a:lnTo>
                    <a:pt x="98536" y="38325"/>
                  </a:lnTo>
                  <a:lnTo>
                    <a:pt x="100641" y="35264"/>
                  </a:lnTo>
                  <a:cubicBezTo>
                    <a:pt x="101789" y="33733"/>
                    <a:pt x="104085" y="31437"/>
                    <a:pt x="105616" y="30289"/>
                  </a:cubicBezTo>
                  <a:lnTo>
                    <a:pt x="108677" y="28184"/>
                  </a:lnTo>
                  <a:lnTo>
                    <a:pt x="226346" y="28376"/>
                  </a:lnTo>
                  <a:lnTo>
                    <a:pt x="344016" y="28567"/>
                  </a:lnTo>
                  <a:lnTo>
                    <a:pt x="346120" y="30672"/>
                  </a:lnTo>
                  <a:close/>
                  <a:moveTo>
                    <a:pt x="416148" y="185651"/>
                  </a:moveTo>
                  <a:cubicBezTo>
                    <a:pt x="417679" y="186799"/>
                    <a:pt x="419975" y="188904"/>
                    <a:pt x="420931" y="190243"/>
                  </a:cubicBezTo>
                  <a:cubicBezTo>
                    <a:pt x="422845" y="192730"/>
                    <a:pt x="422845" y="193113"/>
                    <a:pt x="422845" y="265054"/>
                  </a:cubicBezTo>
                  <a:cubicBezTo>
                    <a:pt x="422845" y="336612"/>
                    <a:pt x="422845" y="337378"/>
                    <a:pt x="420931" y="339674"/>
                  </a:cubicBezTo>
                  <a:cubicBezTo>
                    <a:pt x="416531" y="345413"/>
                    <a:pt x="415765" y="345796"/>
                    <a:pt x="397589" y="345987"/>
                  </a:cubicBezTo>
                  <a:lnTo>
                    <a:pt x="380943" y="346179"/>
                  </a:lnTo>
                  <a:lnTo>
                    <a:pt x="380943" y="332212"/>
                  </a:lnTo>
                  <a:lnTo>
                    <a:pt x="380943" y="318244"/>
                  </a:lnTo>
                  <a:lnTo>
                    <a:pt x="384387" y="317288"/>
                  </a:lnTo>
                  <a:cubicBezTo>
                    <a:pt x="389170" y="315757"/>
                    <a:pt x="392040" y="313270"/>
                    <a:pt x="393762" y="308678"/>
                  </a:cubicBezTo>
                  <a:cubicBezTo>
                    <a:pt x="396441" y="301790"/>
                    <a:pt x="393571" y="294328"/>
                    <a:pt x="386874" y="291458"/>
                  </a:cubicBezTo>
                  <a:cubicBezTo>
                    <a:pt x="383239" y="289736"/>
                    <a:pt x="379030" y="289736"/>
                    <a:pt x="225772" y="289736"/>
                  </a:cubicBezTo>
                  <a:cubicBezTo>
                    <a:pt x="72324" y="289736"/>
                    <a:pt x="68306" y="289736"/>
                    <a:pt x="64670" y="291458"/>
                  </a:cubicBezTo>
                  <a:cubicBezTo>
                    <a:pt x="57974" y="294328"/>
                    <a:pt x="55104" y="301790"/>
                    <a:pt x="57782" y="308678"/>
                  </a:cubicBezTo>
                  <a:cubicBezTo>
                    <a:pt x="59504" y="313270"/>
                    <a:pt x="62374" y="315757"/>
                    <a:pt x="67158" y="317288"/>
                  </a:cubicBezTo>
                  <a:lnTo>
                    <a:pt x="70602" y="318244"/>
                  </a:lnTo>
                  <a:lnTo>
                    <a:pt x="70602" y="332212"/>
                  </a:lnTo>
                  <a:lnTo>
                    <a:pt x="70602" y="346179"/>
                  </a:lnTo>
                  <a:lnTo>
                    <a:pt x="54338" y="346179"/>
                  </a:lnTo>
                  <a:cubicBezTo>
                    <a:pt x="39032" y="346179"/>
                    <a:pt x="38075" y="346179"/>
                    <a:pt x="35205" y="344074"/>
                  </a:cubicBezTo>
                  <a:cubicBezTo>
                    <a:pt x="33675" y="342926"/>
                    <a:pt x="31379" y="340630"/>
                    <a:pt x="30231" y="339100"/>
                  </a:cubicBezTo>
                  <a:lnTo>
                    <a:pt x="28126" y="336038"/>
                  </a:lnTo>
                  <a:lnTo>
                    <a:pt x="28126" y="264863"/>
                  </a:lnTo>
                  <a:lnTo>
                    <a:pt x="28126" y="193687"/>
                  </a:lnTo>
                  <a:lnTo>
                    <a:pt x="30231" y="190626"/>
                  </a:lnTo>
                  <a:cubicBezTo>
                    <a:pt x="31379" y="189095"/>
                    <a:pt x="33675" y="186799"/>
                    <a:pt x="35205" y="185651"/>
                  </a:cubicBezTo>
                  <a:lnTo>
                    <a:pt x="38266" y="183546"/>
                  </a:lnTo>
                  <a:lnTo>
                    <a:pt x="225581" y="183546"/>
                  </a:lnTo>
                  <a:lnTo>
                    <a:pt x="413278" y="183546"/>
                  </a:lnTo>
                  <a:lnTo>
                    <a:pt x="416148" y="185651"/>
                  </a:lnTo>
                  <a:close/>
                  <a:moveTo>
                    <a:pt x="352434" y="366269"/>
                  </a:moveTo>
                  <a:cubicBezTo>
                    <a:pt x="352243" y="413719"/>
                    <a:pt x="352243" y="414867"/>
                    <a:pt x="350330" y="417163"/>
                  </a:cubicBezTo>
                  <a:cubicBezTo>
                    <a:pt x="349373" y="418502"/>
                    <a:pt x="347460" y="420416"/>
                    <a:pt x="346120" y="421372"/>
                  </a:cubicBezTo>
                  <a:cubicBezTo>
                    <a:pt x="343824" y="423286"/>
                    <a:pt x="343442" y="423286"/>
                    <a:pt x="225581" y="423286"/>
                  </a:cubicBezTo>
                  <a:cubicBezTo>
                    <a:pt x="107720" y="423286"/>
                    <a:pt x="107529" y="423286"/>
                    <a:pt x="105042" y="421372"/>
                  </a:cubicBezTo>
                  <a:cubicBezTo>
                    <a:pt x="103702" y="420416"/>
                    <a:pt x="101789" y="418502"/>
                    <a:pt x="100832" y="417163"/>
                  </a:cubicBezTo>
                  <a:cubicBezTo>
                    <a:pt x="98919" y="414867"/>
                    <a:pt x="98919" y="413719"/>
                    <a:pt x="98728" y="366269"/>
                  </a:cubicBezTo>
                  <a:lnTo>
                    <a:pt x="98536" y="317862"/>
                  </a:lnTo>
                  <a:lnTo>
                    <a:pt x="225581" y="317862"/>
                  </a:lnTo>
                  <a:lnTo>
                    <a:pt x="352626" y="317862"/>
                  </a:lnTo>
                  <a:lnTo>
                    <a:pt x="352434" y="366269"/>
                  </a:ln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39" name="Freeform: Shape 31"/>
            <p:cNvSpPr/>
            <p:nvPr/>
          </p:nvSpPr>
          <p:spPr>
            <a:xfrm>
              <a:off x="506880" y="1717920"/>
              <a:ext cx="90720" cy="2772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27720"/>
                <a:gd name="textAreaBottom" fmla="*/ 28080 h 27720"/>
                <a:gd name="GluePoint1X" fmla="*/ 8265 w 91111"/>
                <a:gd name="GluePoint1Y" fmla="*/ 1148 h 28003"/>
                <a:gd name="GluePoint2X" fmla="*/ 229 w 91111"/>
                <a:gd name="GluePoint2Y" fmla="*/ 17029 h 28003"/>
                <a:gd name="GluePoint3X" fmla="*/ 9413 w 91111"/>
                <a:gd name="GluePoint3Y" fmla="*/ 27169 h 28003"/>
                <a:gd name="GluePoint4X" fmla="*/ 47679 w 91111"/>
                <a:gd name="GluePoint4Y" fmla="*/ 27935 h 28003"/>
                <a:gd name="GluePoint5X" fmla="*/ 84989 w 91111"/>
                <a:gd name="GluePoint5Y" fmla="*/ 25830 h 28003"/>
                <a:gd name="GluePoint6X" fmla="*/ 91111 w 91111"/>
                <a:gd name="GluePoint6Y" fmla="*/ 13967 h 28003"/>
                <a:gd name="GluePoint7X" fmla="*/ 84989 w 91111"/>
                <a:gd name="GluePoint7Y" fmla="*/ 2105 h 28003"/>
                <a:gd name="GluePoint8X" fmla="*/ 46722 w 91111"/>
                <a:gd name="GluePoint8Y" fmla="*/ 0 h 28003"/>
                <a:gd name="GluePoint9X" fmla="*/ 8265 w 91111"/>
                <a:gd name="GluePoint9Y" fmla="*/ 1148 h 280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91111" h="28003">
                  <a:moveTo>
                    <a:pt x="8265" y="1148"/>
                  </a:moveTo>
                  <a:cubicBezTo>
                    <a:pt x="2333" y="3635"/>
                    <a:pt x="-919" y="10523"/>
                    <a:pt x="229" y="17029"/>
                  </a:cubicBezTo>
                  <a:cubicBezTo>
                    <a:pt x="994" y="21238"/>
                    <a:pt x="5395" y="26021"/>
                    <a:pt x="9413" y="27169"/>
                  </a:cubicBezTo>
                  <a:cubicBezTo>
                    <a:pt x="11709" y="27935"/>
                    <a:pt x="24528" y="28126"/>
                    <a:pt x="47679" y="27935"/>
                  </a:cubicBezTo>
                  <a:cubicBezTo>
                    <a:pt x="81354" y="27743"/>
                    <a:pt x="82884" y="27552"/>
                    <a:pt x="84989" y="25830"/>
                  </a:cubicBezTo>
                  <a:cubicBezTo>
                    <a:pt x="89581" y="22386"/>
                    <a:pt x="91111" y="19516"/>
                    <a:pt x="91111" y="13967"/>
                  </a:cubicBezTo>
                  <a:cubicBezTo>
                    <a:pt x="91111" y="8419"/>
                    <a:pt x="89772" y="5549"/>
                    <a:pt x="84989" y="2105"/>
                  </a:cubicBezTo>
                  <a:cubicBezTo>
                    <a:pt x="82693" y="383"/>
                    <a:pt x="81354" y="191"/>
                    <a:pt x="46722" y="0"/>
                  </a:cubicBezTo>
                  <a:cubicBezTo>
                    <a:pt x="18214" y="0"/>
                    <a:pt x="10369" y="191"/>
                    <a:pt x="8265" y="114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6920" rIns="90000" bIns="-1692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40" name="Freeform: Shape 41"/>
            <p:cNvSpPr/>
            <p:nvPr/>
          </p:nvSpPr>
          <p:spPr>
            <a:xfrm>
              <a:off x="577440" y="1851840"/>
              <a:ext cx="196560" cy="20880"/>
            </a:xfrm>
            <a:custGeom>
              <a:avLst/>
              <a:gdLst>
                <a:gd name="textAreaLeft" fmla="*/ 0 w 196560"/>
                <a:gd name="textAreaRight" fmla="*/ 196920 w 196560"/>
                <a:gd name="textAreaTop" fmla="*/ 0 h 20880"/>
                <a:gd name="textAreaBottom" fmla="*/ 21240 h 20880"/>
                <a:gd name="GluePoint1X" fmla="*/ 7974 w 196895"/>
                <a:gd name="GluePoint1Y" fmla="*/ 1018 h 21107"/>
                <a:gd name="GluePoint2X" fmla="*/ 2425 w 196895"/>
                <a:gd name="GluePoint2Y" fmla="*/ 5036 h 21107"/>
                <a:gd name="GluePoint3X" fmla="*/ 129 w 196895"/>
                <a:gd name="GluePoint3Y" fmla="*/ 11158 h 21107"/>
                <a:gd name="GluePoint4X" fmla="*/ 7209 w 196895"/>
                <a:gd name="GluePoint4Y" fmla="*/ 19386 h 21107"/>
                <a:gd name="GluePoint5X" fmla="*/ 98474 w 196895"/>
                <a:gd name="GluePoint5Y" fmla="*/ 21108 h 21107"/>
                <a:gd name="GluePoint6X" fmla="*/ 189740 w 196895"/>
                <a:gd name="GluePoint6Y" fmla="*/ 19386 h 21107"/>
                <a:gd name="GluePoint7X" fmla="*/ 196819 w 196895"/>
                <a:gd name="GluePoint7Y" fmla="*/ 11350 h 21107"/>
                <a:gd name="GluePoint8X" fmla="*/ 189740 w 196895"/>
                <a:gd name="GluePoint8Y" fmla="*/ 1592 h 21107"/>
                <a:gd name="GluePoint9X" fmla="*/ 98283 w 196895"/>
                <a:gd name="GluePoint9Y" fmla="*/ 61 h 21107"/>
                <a:gd name="GluePoint10X" fmla="*/ 7974 w 196895"/>
                <a:gd name="GluePoint10Y" fmla="*/ 1018 h 2110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6895" h="21107">
                  <a:moveTo>
                    <a:pt x="7974" y="1018"/>
                  </a:moveTo>
                  <a:cubicBezTo>
                    <a:pt x="6443" y="1401"/>
                    <a:pt x="3956" y="3314"/>
                    <a:pt x="2425" y="5036"/>
                  </a:cubicBezTo>
                  <a:cubicBezTo>
                    <a:pt x="129" y="7523"/>
                    <a:pt x="-253" y="8671"/>
                    <a:pt x="129" y="11158"/>
                  </a:cubicBezTo>
                  <a:cubicBezTo>
                    <a:pt x="703" y="14985"/>
                    <a:pt x="2808" y="17281"/>
                    <a:pt x="7209" y="19386"/>
                  </a:cubicBezTo>
                  <a:cubicBezTo>
                    <a:pt x="10653" y="20916"/>
                    <a:pt x="15245" y="21108"/>
                    <a:pt x="98474" y="21108"/>
                  </a:cubicBezTo>
                  <a:cubicBezTo>
                    <a:pt x="181704" y="21108"/>
                    <a:pt x="186487" y="21108"/>
                    <a:pt x="189740" y="19386"/>
                  </a:cubicBezTo>
                  <a:cubicBezTo>
                    <a:pt x="194332" y="17281"/>
                    <a:pt x="196245" y="14985"/>
                    <a:pt x="196819" y="11350"/>
                  </a:cubicBezTo>
                  <a:cubicBezTo>
                    <a:pt x="197393" y="7523"/>
                    <a:pt x="194714" y="3888"/>
                    <a:pt x="189740" y="1592"/>
                  </a:cubicBezTo>
                  <a:cubicBezTo>
                    <a:pt x="186296" y="61"/>
                    <a:pt x="181895" y="-130"/>
                    <a:pt x="98283" y="61"/>
                  </a:cubicBezTo>
                  <a:cubicBezTo>
                    <a:pt x="39926" y="61"/>
                    <a:pt x="9887" y="444"/>
                    <a:pt x="7974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341" name="Freeform: Shape 43"/>
            <p:cNvSpPr/>
            <p:nvPr/>
          </p:nvSpPr>
          <p:spPr>
            <a:xfrm>
              <a:off x="577440" y="1894320"/>
              <a:ext cx="196200" cy="20880"/>
            </a:xfrm>
            <a:custGeom>
              <a:avLst/>
              <a:gdLst>
                <a:gd name="textAreaLeft" fmla="*/ 0 w 196200"/>
                <a:gd name="textAreaRight" fmla="*/ 196560 w 196200"/>
                <a:gd name="textAreaTop" fmla="*/ 0 h 20880"/>
                <a:gd name="textAreaBottom" fmla="*/ 21240 h 20880"/>
                <a:gd name="GluePoint1X" fmla="*/ 7845 w 196689"/>
                <a:gd name="GluePoint1Y" fmla="*/ 1018 h 21299"/>
                <a:gd name="GluePoint2X" fmla="*/ 0 w 196689"/>
                <a:gd name="GluePoint2Y" fmla="*/ 10585 h 21299"/>
                <a:gd name="GluePoint3X" fmla="*/ 7079 w 196689"/>
                <a:gd name="GluePoint3Y" fmla="*/ 19577 h 21299"/>
                <a:gd name="GluePoint4X" fmla="*/ 98345 w 196689"/>
                <a:gd name="GluePoint4Y" fmla="*/ 21299 h 21299"/>
                <a:gd name="GluePoint5X" fmla="*/ 189610 w 196689"/>
                <a:gd name="GluePoint5Y" fmla="*/ 19577 h 21299"/>
                <a:gd name="GluePoint6X" fmla="*/ 196690 w 196689"/>
                <a:gd name="GluePoint6Y" fmla="*/ 10585 h 21299"/>
                <a:gd name="GluePoint7X" fmla="*/ 189610 w 196689"/>
                <a:gd name="GluePoint7Y" fmla="*/ 1592 h 21299"/>
                <a:gd name="GluePoint8X" fmla="*/ 98345 w 196689"/>
                <a:gd name="GluePoint8Y" fmla="*/ 61 h 21299"/>
                <a:gd name="GluePoint9X" fmla="*/ 7845 w 196689"/>
                <a:gd name="GluePoint9Y" fmla="*/ 1018 h 212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96689" h="21299">
                  <a:moveTo>
                    <a:pt x="7845" y="1018"/>
                  </a:moveTo>
                  <a:cubicBezTo>
                    <a:pt x="3444" y="2549"/>
                    <a:pt x="0" y="6567"/>
                    <a:pt x="0" y="10585"/>
                  </a:cubicBezTo>
                  <a:cubicBezTo>
                    <a:pt x="0" y="14602"/>
                    <a:pt x="2105" y="17281"/>
                    <a:pt x="7079" y="19577"/>
                  </a:cubicBezTo>
                  <a:cubicBezTo>
                    <a:pt x="10523" y="21108"/>
                    <a:pt x="15115" y="21299"/>
                    <a:pt x="98345" y="21299"/>
                  </a:cubicBezTo>
                  <a:cubicBezTo>
                    <a:pt x="181574" y="21299"/>
                    <a:pt x="186358" y="21299"/>
                    <a:pt x="189610" y="19577"/>
                  </a:cubicBezTo>
                  <a:cubicBezTo>
                    <a:pt x="194585" y="17281"/>
                    <a:pt x="196690" y="14794"/>
                    <a:pt x="196690" y="10585"/>
                  </a:cubicBezTo>
                  <a:cubicBezTo>
                    <a:pt x="196690" y="6567"/>
                    <a:pt x="194585" y="3888"/>
                    <a:pt x="189610" y="1592"/>
                  </a:cubicBezTo>
                  <a:cubicBezTo>
                    <a:pt x="186166" y="61"/>
                    <a:pt x="181766" y="-130"/>
                    <a:pt x="98345" y="61"/>
                  </a:cubicBezTo>
                  <a:cubicBezTo>
                    <a:pt x="41328" y="61"/>
                    <a:pt x="9758" y="444"/>
                    <a:pt x="7845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cxnSp>
        <p:nvCxnSpPr>
          <p:cNvPr id="342" name="Straight Connector 70"/>
          <p:cNvCxnSpPr/>
          <p:nvPr/>
        </p:nvCxnSpPr>
        <p:spPr>
          <a:xfrm>
            <a:off x="321840" y="2787480"/>
            <a:ext cx="18540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sp>
        <p:nvSpPr>
          <p:cNvPr id="343" name="Graphic 45" descr="Cloud"/>
          <p:cNvSpPr/>
          <p:nvPr/>
        </p:nvSpPr>
        <p:spPr>
          <a:xfrm>
            <a:off x="1658160" y="3028680"/>
            <a:ext cx="1094400" cy="785880"/>
          </a:xfrm>
          <a:custGeom>
            <a:avLst/>
            <a:gdLst>
              <a:gd name="textAreaLeft" fmla="*/ 0 w 1094400"/>
              <a:gd name="textAreaRight" fmla="*/ 1094760 w 1094400"/>
              <a:gd name="textAreaTop" fmla="*/ 0 h 785880"/>
              <a:gd name="textAreaBottom" fmla="*/ 786240 h 78588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344" name="Straight Connector 88"/>
          <p:cNvCxnSpPr/>
          <p:nvPr/>
        </p:nvCxnSpPr>
        <p:spPr>
          <a:xfrm>
            <a:off x="340200" y="353052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345" name="Straight Connector 96"/>
          <p:cNvCxnSpPr/>
          <p:nvPr/>
        </p:nvCxnSpPr>
        <p:spPr>
          <a:xfrm>
            <a:off x="340200" y="97416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346" name="Straight Connector 8"/>
          <p:cNvCxnSpPr/>
          <p:nvPr/>
        </p:nvCxnSpPr>
        <p:spPr>
          <a:xfrm>
            <a:off x="321840" y="204840"/>
            <a:ext cx="360" cy="332604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pic>
        <p:nvPicPr>
          <p:cNvPr id="347" name="Picture 19"/>
          <p:cNvPicPr/>
          <p:nvPr/>
        </p:nvPicPr>
        <p:blipFill>
          <a:blip r:embed="rId10"/>
          <a:stretch/>
        </p:blipFill>
        <p:spPr>
          <a:xfrm>
            <a:off x="949680" y="3465000"/>
            <a:ext cx="182520" cy="134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solidFill>
              <a:srgbClr val="70AD47"/>
            </a:solidFill>
          </a:ln>
        </p:spPr>
      </p:pic>
      <p:pic>
        <p:nvPicPr>
          <p:cNvPr id="348" name="Picture 21"/>
          <p:cNvPicPr/>
          <p:nvPr/>
        </p:nvPicPr>
        <p:blipFill>
          <a:blip r:embed="rId11"/>
          <a:stretch/>
        </p:blipFill>
        <p:spPr>
          <a:xfrm>
            <a:off x="985680" y="908640"/>
            <a:ext cx="182520" cy="1342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0">
            <a:solidFill>
              <a:srgbClr val="70AD47"/>
            </a:solidFill>
          </a:ln>
        </p:spPr>
      </p:pic>
      <p:cxnSp>
        <p:nvCxnSpPr>
          <p:cNvPr id="349" name="Straight Arrow Connector 2"/>
          <p:cNvCxnSpPr/>
          <p:nvPr/>
        </p:nvCxnSpPr>
        <p:spPr>
          <a:xfrm flipV="1">
            <a:off x="947880" y="982440"/>
            <a:ext cx="609120" cy="2880"/>
          </a:xfrm>
          <a:prstGeom prst="straightConnector1">
            <a:avLst/>
          </a:prstGeom>
          <a:ln>
            <a:solidFill>
              <a:srgbClr val="70AD47">
                <a:lumMod val="75000"/>
              </a:srgbClr>
            </a:solidFill>
            <a:prstDash val="lgDash"/>
            <a:tailEnd len="med" type="triangle" w="med"/>
          </a:ln>
        </p:spPr>
      </p:cxnSp>
      <p:cxnSp>
        <p:nvCxnSpPr>
          <p:cNvPr id="350" name="Straight Arrow Connector 3"/>
          <p:cNvCxnSpPr/>
          <p:nvPr/>
        </p:nvCxnSpPr>
        <p:spPr>
          <a:xfrm flipV="1">
            <a:off x="955800" y="3530520"/>
            <a:ext cx="608760" cy="2880"/>
          </a:xfrm>
          <a:prstGeom prst="straightConnector1">
            <a:avLst/>
          </a:prstGeom>
          <a:ln>
            <a:solidFill>
              <a:srgbClr val="70AD47">
                <a:lumMod val="75000"/>
              </a:srgbClr>
            </a:solidFill>
            <a:prstDash val="lgDash"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TextBox 71"/>
          <p:cNvSpPr/>
          <p:nvPr/>
        </p:nvSpPr>
        <p:spPr>
          <a:xfrm>
            <a:off x="3670560" y="5671440"/>
            <a:ext cx="5868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fr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2" name="Graphic 77" descr="Laptop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694680" y="533520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353" name="Graphic 6" descr="Server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479920" y="2897280"/>
            <a:ext cx="560880" cy="50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54" name="Graphic 45" descr="Cloud"/>
          <p:cNvSpPr/>
          <p:nvPr/>
        </p:nvSpPr>
        <p:spPr>
          <a:xfrm>
            <a:off x="5187240" y="2735640"/>
            <a:ext cx="1438560" cy="865440"/>
          </a:xfrm>
          <a:custGeom>
            <a:avLst/>
            <a:gdLst>
              <a:gd name="textAreaLeft" fmla="*/ 0 w 1438560"/>
              <a:gd name="textAreaRight" fmla="*/ 1438920 w 1438560"/>
              <a:gd name="textAreaTop" fmla="*/ 0 h 865440"/>
              <a:gd name="textAreaBottom" fmla="*/ 865800 h 86544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5" name="TextBox 140"/>
          <p:cNvSpPr/>
          <p:nvPr/>
        </p:nvSpPr>
        <p:spPr>
          <a:xfrm>
            <a:off x="5293800" y="3309840"/>
            <a:ext cx="12747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Publicresults fly.dev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56" name="Connector: Curved 15"/>
          <p:cNvCxnSpPr>
            <a:stCxn id="353" idx="3"/>
            <a:endCxn id="357" idx="0"/>
          </p:cNvCxnSpPr>
          <p:nvPr/>
        </p:nvCxnSpPr>
        <p:spPr>
          <a:xfrm rot="5400000">
            <a:off x="5499360" y="3331440"/>
            <a:ext cx="721440" cy="361440"/>
          </a:xfrm>
          <a:prstGeom prst="curvedConnector4">
            <a:avLst>
              <a:gd name="adj1" fmla="val 33849"/>
              <a:gd name="adj2" fmla="val 50049"/>
            </a:avLst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pic>
        <p:nvPicPr>
          <p:cNvPr id="358" name="Graphic 91" descr="Smart Phone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551560" y="38725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359" name="Group 64"/>
          <p:cNvGrpSpPr/>
          <p:nvPr/>
        </p:nvGrpSpPr>
        <p:grpSpPr>
          <a:xfrm>
            <a:off x="2385720" y="1063080"/>
            <a:ext cx="767880" cy="547200"/>
            <a:chOff x="2385720" y="1063080"/>
            <a:chExt cx="767880" cy="547200"/>
          </a:xfrm>
        </p:grpSpPr>
        <p:pic>
          <p:nvPicPr>
            <p:cNvPr id="360" name="Graphic 41" descr="Laptop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2551320" y="106308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1" name="TextBox 128"/>
            <p:cNvSpPr/>
            <p:nvPr/>
          </p:nvSpPr>
          <p:spPr>
            <a:xfrm>
              <a:off x="2385720" y="1362600"/>
              <a:ext cx="76788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fr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Announcer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2" name="Group 61"/>
          <p:cNvGrpSpPr/>
          <p:nvPr/>
        </p:nvGrpSpPr>
        <p:grpSpPr>
          <a:xfrm>
            <a:off x="2462040" y="1799640"/>
            <a:ext cx="615600" cy="572040"/>
            <a:chOff x="2462040" y="1799640"/>
            <a:chExt cx="615600" cy="572040"/>
          </a:xfrm>
        </p:grpSpPr>
        <p:sp>
          <p:nvSpPr>
            <p:cNvPr id="363" name="TextBox 129"/>
            <p:cNvSpPr/>
            <p:nvPr/>
          </p:nvSpPr>
          <p:spPr>
            <a:xfrm>
              <a:off x="2462040" y="2124000"/>
              <a:ext cx="61560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fr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Marshal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364" name="Graphic 136" descr="Laptop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2551320" y="179964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65" name="Group 62"/>
          <p:cNvGrpSpPr/>
          <p:nvPr/>
        </p:nvGrpSpPr>
        <p:grpSpPr>
          <a:xfrm>
            <a:off x="2156760" y="2455920"/>
            <a:ext cx="1242360" cy="561240"/>
            <a:chOff x="2156760" y="2455920"/>
            <a:chExt cx="1242360" cy="561240"/>
          </a:xfrm>
        </p:grpSpPr>
        <p:pic>
          <p:nvPicPr>
            <p:cNvPr id="366" name="Graphic 84" descr="Laptop"/>
            <p:cNvPicPr/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/>
          </p:blipFill>
          <p:spPr>
            <a:xfrm>
              <a:off x="2551320" y="245592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67" name="TextBox 88"/>
            <p:cNvSpPr/>
            <p:nvPr/>
          </p:nvSpPr>
          <p:spPr>
            <a:xfrm>
              <a:off x="2156760" y="2769480"/>
              <a:ext cx="124236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fr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Athlete-facing Clock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68" name="Group 60"/>
          <p:cNvGrpSpPr/>
          <p:nvPr/>
        </p:nvGrpSpPr>
        <p:grpSpPr>
          <a:xfrm>
            <a:off x="2551320" y="3242880"/>
            <a:ext cx="437040" cy="585720"/>
            <a:chOff x="2551320" y="3242880"/>
            <a:chExt cx="437040" cy="585720"/>
          </a:xfrm>
        </p:grpSpPr>
        <p:pic>
          <p:nvPicPr>
            <p:cNvPr id="369" name="Graphic 85" descr="Laptop"/>
            <p:cNvPicPr/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/>
          </p:blipFill>
          <p:spPr>
            <a:xfrm>
              <a:off x="2551320" y="324288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370" name="TextBox 89"/>
            <p:cNvSpPr/>
            <p:nvPr/>
          </p:nvSpPr>
          <p:spPr>
            <a:xfrm>
              <a:off x="2570040" y="3580920"/>
              <a:ext cx="39924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fr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Jury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71" name="Group 19"/>
          <p:cNvGrpSpPr/>
          <p:nvPr/>
        </p:nvGrpSpPr>
        <p:grpSpPr>
          <a:xfrm>
            <a:off x="443880" y="2447640"/>
            <a:ext cx="231480" cy="118440"/>
            <a:chOff x="443880" y="2447640"/>
            <a:chExt cx="231480" cy="118440"/>
          </a:xfrm>
        </p:grpSpPr>
        <p:sp>
          <p:nvSpPr>
            <p:cNvPr id="372" name="Rectangle 18"/>
            <p:cNvSpPr/>
            <p:nvPr/>
          </p:nvSpPr>
          <p:spPr>
            <a:xfrm>
              <a:off x="443880" y="245052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373" name="Graphic 112" descr="Close with solid fill"/>
            <p:cNvPicPr/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/>
          </p:blipFill>
          <p:spPr>
            <a:xfrm>
              <a:off x="552960" y="245052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74" name="Graphic 114" descr="Checkmark with solid fill"/>
            <p:cNvPicPr/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/>
          </p:blipFill>
          <p:spPr>
            <a:xfrm>
              <a:off x="461520" y="24476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75" name="Group 22"/>
          <p:cNvGrpSpPr/>
          <p:nvPr/>
        </p:nvGrpSpPr>
        <p:grpSpPr>
          <a:xfrm>
            <a:off x="443880" y="2600280"/>
            <a:ext cx="231480" cy="118080"/>
            <a:chOff x="443880" y="2600280"/>
            <a:chExt cx="231480" cy="118080"/>
          </a:xfrm>
        </p:grpSpPr>
        <p:sp>
          <p:nvSpPr>
            <p:cNvPr id="376" name="Rectangle 23"/>
            <p:cNvSpPr/>
            <p:nvPr/>
          </p:nvSpPr>
          <p:spPr>
            <a:xfrm>
              <a:off x="443880" y="260280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377" name="Graphic 24" descr="Close with solid fill"/>
            <p:cNvPicPr/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/>
          </p:blipFill>
          <p:spPr>
            <a:xfrm>
              <a:off x="552960" y="260280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78" name="Graphic 25" descr="Checkmark with solid fill"/>
            <p:cNvPicPr/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/>
          </p:blipFill>
          <p:spPr>
            <a:xfrm>
              <a:off x="461520" y="26002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79" name="Group 26"/>
          <p:cNvGrpSpPr/>
          <p:nvPr/>
        </p:nvGrpSpPr>
        <p:grpSpPr>
          <a:xfrm>
            <a:off x="443880" y="2752560"/>
            <a:ext cx="231480" cy="118080"/>
            <a:chOff x="443880" y="2752560"/>
            <a:chExt cx="231480" cy="118080"/>
          </a:xfrm>
        </p:grpSpPr>
        <p:sp>
          <p:nvSpPr>
            <p:cNvPr id="380" name="Rectangle 27"/>
            <p:cNvSpPr/>
            <p:nvPr/>
          </p:nvSpPr>
          <p:spPr>
            <a:xfrm>
              <a:off x="443880" y="275508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381" name="Graphic 28" descr="Close with solid fill"/>
            <p:cNvPicPr/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/>
          </p:blipFill>
          <p:spPr>
            <a:xfrm>
              <a:off x="552960" y="27550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82" name="Graphic 29" descr="Checkmark with solid fill"/>
            <p:cNvPicPr/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/>
          </p:blipFill>
          <p:spPr>
            <a:xfrm>
              <a:off x="461520" y="275256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83" name="Rectangle 31"/>
          <p:cNvSpPr/>
          <p:nvPr/>
        </p:nvSpPr>
        <p:spPr>
          <a:xfrm>
            <a:off x="942120" y="2587320"/>
            <a:ext cx="152280" cy="1836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84" name="Rectangle 30"/>
          <p:cNvSpPr/>
          <p:nvPr/>
        </p:nvSpPr>
        <p:spPr>
          <a:xfrm>
            <a:off x="847800" y="3358440"/>
            <a:ext cx="340920" cy="219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385" name="Group 32"/>
          <p:cNvGrpSpPr/>
          <p:nvPr/>
        </p:nvGrpSpPr>
        <p:grpSpPr>
          <a:xfrm>
            <a:off x="429480" y="3241440"/>
            <a:ext cx="231480" cy="118440"/>
            <a:chOff x="429480" y="3241440"/>
            <a:chExt cx="231480" cy="118440"/>
          </a:xfrm>
        </p:grpSpPr>
        <p:sp>
          <p:nvSpPr>
            <p:cNvPr id="386" name="Rectangle 33"/>
            <p:cNvSpPr/>
            <p:nvPr/>
          </p:nvSpPr>
          <p:spPr>
            <a:xfrm>
              <a:off x="429480" y="324432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387" name="Graphic 35" descr="Close with solid fill"/>
            <p:cNvPicPr/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/>
          </p:blipFill>
          <p:spPr>
            <a:xfrm>
              <a:off x="538920" y="324432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88" name="Graphic 36" descr="Checkmark with solid fill"/>
            <p:cNvPicPr/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/>
          </p:blipFill>
          <p:spPr>
            <a:xfrm>
              <a:off x="447480" y="32414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89" name="Group 37"/>
          <p:cNvGrpSpPr/>
          <p:nvPr/>
        </p:nvGrpSpPr>
        <p:grpSpPr>
          <a:xfrm>
            <a:off x="429480" y="3394080"/>
            <a:ext cx="231480" cy="118080"/>
            <a:chOff x="429480" y="3394080"/>
            <a:chExt cx="231480" cy="118080"/>
          </a:xfrm>
        </p:grpSpPr>
        <p:sp>
          <p:nvSpPr>
            <p:cNvPr id="390" name="Rectangle 38"/>
            <p:cNvSpPr/>
            <p:nvPr/>
          </p:nvSpPr>
          <p:spPr>
            <a:xfrm>
              <a:off x="429480" y="339660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391" name="Graphic 39" descr="Close with solid fill"/>
            <p:cNvPicPr/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/>
          </p:blipFill>
          <p:spPr>
            <a:xfrm>
              <a:off x="538920" y="339660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2" name="Graphic 40" descr="Checkmark with solid fill"/>
            <p:cNvPicPr/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/>
          </p:blipFill>
          <p:spPr>
            <a:xfrm>
              <a:off x="447480" y="33940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393" name="Group 42"/>
          <p:cNvGrpSpPr/>
          <p:nvPr/>
        </p:nvGrpSpPr>
        <p:grpSpPr>
          <a:xfrm>
            <a:off x="429480" y="3546360"/>
            <a:ext cx="231480" cy="118080"/>
            <a:chOff x="429480" y="3546360"/>
            <a:chExt cx="231480" cy="118080"/>
          </a:xfrm>
        </p:grpSpPr>
        <p:sp>
          <p:nvSpPr>
            <p:cNvPr id="394" name="Rectangle 45"/>
            <p:cNvSpPr/>
            <p:nvPr/>
          </p:nvSpPr>
          <p:spPr>
            <a:xfrm>
              <a:off x="429480" y="354888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395" name="Graphic 47" descr="Close with solid fill"/>
            <p:cNvPicPr/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/>
          </p:blipFill>
          <p:spPr>
            <a:xfrm>
              <a:off x="538920" y="35488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396" name="Graphic 48" descr="Checkmark with solid fill"/>
            <p:cNvPicPr/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/>
          </p:blipFill>
          <p:spPr>
            <a:xfrm>
              <a:off x="447480" y="354636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397" name="TextBox 102"/>
          <p:cNvSpPr/>
          <p:nvPr/>
        </p:nvSpPr>
        <p:spPr>
          <a:xfrm>
            <a:off x="782640" y="3615120"/>
            <a:ext cx="469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Jury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8" name="TextBox 103"/>
          <p:cNvSpPr/>
          <p:nvPr/>
        </p:nvSpPr>
        <p:spPr>
          <a:xfrm>
            <a:off x="709560" y="2764440"/>
            <a:ext cx="6156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Referee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 +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Down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399" name="Connector: Elbow 163"/>
          <p:cNvCxnSpPr>
            <a:stCxn id="400" idx="3"/>
            <a:endCxn id="360" idx="1"/>
          </p:cNvCxnSpPr>
          <p:nvPr/>
        </p:nvCxnSpPr>
        <p:spPr>
          <a:xfrm>
            <a:off x="1264320" y="1290600"/>
            <a:ext cx="1287360" cy="720"/>
          </a:xfrm>
          <a:prstGeom prst="bentConnector3">
            <a:avLst>
              <a:gd name="adj1" fmla="val 50013"/>
            </a:avLst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401" name="Straight Arrow Connector 169"/>
          <p:cNvCxnSpPr>
            <a:stCxn id="366" idx="1"/>
            <a:endCxn id="383" idx="3"/>
          </p:cNvCxnSpPr>
          <p:nvPr/>
        </p:nvCxnSpPr>
        <p:spPr>
          <a:xfrm flipH="1" flipV="1">
            <a:off x="1094400" y="2679120"/>
            <a:ext cx="1457280" cy="504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402" name="Straight Arrow Connector 170"/>
          <p:cNvCxnSpPr>
            <a:stCxn id="369" idx="1"/>
            <a:endCxn id="384" idx="3"/>
          </p:cNvCxnSpPr>
          <p:nvPr/>
        </p:nvCxnSpPr>
        <p:spPr>
          <a:xfrm flipH="1" flipV="1">
            <a:off x="1188720" y="3468600"/>
            <a:ext cx="1362960" cy="252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403" name="TextBox 184"/>
          <p:cNvSpPr/>
          <p:nvPr/>
        </p:nvSpPr>
        <p:spPr>
          <a:xfrm>
            <a:off x="2139840" y="111564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4" name="TextBox 186"/>
          <p:cNvSpPr/>
          <p:nvPr/>
        </p:nvSpPr>
        <p:spPr>
          <a:xfrm>
            <a:off x="2161800" y="251748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5" name="TextBox 187"/>
          <p:cNvSpPr/>
          <p:nvPr/>
        </p:nvSpPr>
        <p:spPr>
          <a:xfrm>
            <a:off x="2161800" y="330372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06" name="Graphic 268"/>
          <p:cNvPicPr/>
          <p:nvPr/>
        </p:nvPicPr>
        <p:blipFill>
          <a:blip r:embed="rId39"/>
          <a:srcRect l="0" t="19756" r="0" b="39177"/>
          <a:stretch/>
        </p:blipFill>
        <p:spPr>
          <a:xfrm>
            <a:off x="4368600" y="463248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07" name="Straight Connector 272"/>
          <p:cNvCxnSpPr/>
          <p:nvPr/>
        </p:nvCxnSpPr>
        <p:spPr>
          <a:xfrm>
            <a:off x="3531240" y="1290960"/>
            <a:ext cx="16920" cy="4943880"/>
          </a:xfrm>
          <a:prstGeom prst="straightConnector1">
            <a:avLst/>
          </a:prstGeom>
          <a:ln w="15875">
            <a:solidFill>
              <a:srgbClr val="ED7D31"/>
            </a:solidFill>
          </a:ln>
        </p:spPr>
      </p:cxnSp>
      <p:cxnSp>
        <p:nvCxnSpPr>
          <p:cNvPr id="408" name="Straight Arrow Connector 278"/>
          <p:cNvCxnSpPr>
            <a:endCxn id="360" idx="3"/>
          </p:cNvCxnSpPr>
          <p:nvPr/>
        </p:nvCxnSpPr>
        <p:spPr>
          <a:xfrm flipH="1">
            <a:off x="2988360" y="12909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409" name="Straight Arrow Connector 282"/>
          <p:cNvCxnSpPr/>
          <p:nvPr/>
        </p:nvCxnSpPr>
        <p:spPr>
          <a:xfrm flipH="1">
            <a:off x="2988360" y="269172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410" name="Straight Arrow Connector 283"/>
          <p:cNvCxnSpPr/>
          <p:nvPr/>
        </p:nvCxnSpPr>
        <p:spPr>
          <a:xfrm flipH="1">
            <a:off x="2988360" y="348084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411" name="Straight Arrow Connector 284"/>
          <p:cNvCxnSpPr/>
          <p:nvPr/>
        </p:nvCxnSpPr>
        <p:spPr>
          <a:xfrm flipH="1">
            <a:off x="2988360" y="201564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pic>
        <p:nvPicPr>
          <p:cNvPr id="412" name="Graphic 298"/>
          <p:cNvPicPr/>
          <p:nvPr/>
        </p:nvPicPr>
        <p:blipFill>
          <a:blip r:embed="rId40"/>
          <a:srcRect l="0" t="19756" r="0" b="39177"/>
          <a:stretch/>
        </p:blipFill>
        <p:spPr>
          <a:xfrm>
            <a:off x="3468600" y="337284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13" name="Straight Arrow Connector 336"/>
          <p:cNvCxnSpPr/>
          <p:nvPr/>
        </p:nvCxnSpPr>
        <p:spPr>
          <a:xfrm flipH="1">
            <a:off x="4136040" y="5592240"/>
            <a:ext cx="320760" cy="360"/>
          </a:xfrm>
          <a:prstGeom prst="straightConnector1">
            <a:avLst/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414" name="TextBox 350"/>
          <p:cNvSpPr/>
          <p:nvPr/>
        </p:nvSpPr>
        <p:spPr>
          <a:xfrm>
            <a:off x="613800" y="133164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Timekeeper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15" name="Graphic 351"/>
          <p:cNvPicPr/>
          <p:nvPr/>
        </p:nvPicPr>
        <p:blipFill>
          <a:blip r:embed="rId41"/>
          <a:srcRect l="0" t="19756" r="0" b="39177"/>
          <a:stretch/>
        </p:blipFill>
        <p:spPr>
          <a:xfrm>
            <a:off x="5205600" y="463680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16" name="Straight Arrow Connector 352"/>
          <p:cNvCxnSpPr/>
          <p:nvPr/>
        </p:nvCxnSpPr>
        <p:spPr>
          <a:xfrm flipH="1">
            <a:off x="4980240" y="4777920"/>
            <a:ext cx="320400" cy="360"/>
          </a:xfrm>
          <a:prstGeom prst="straightConnector1">
            <a:avLst/>
          </a:prstGeom>
          <a:ln w="1270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417" name="Graphic 45" descr="Cloud"/>
          <p:cNvSpPr/>
          <p:nvPr/>
        </p:nvSpPr>
        <p:spPr>
          <a:xfrm>
            <a:off x="5192280" y="5171040"/>
            <a:ext cx="1438560" cy="865440"/>
          </a:xfrm>
          <a:custGeom>
            <a:avLst/>
            <a:gdLst>
              <a:gd name="textAreaLeft" fmla="*/ 0 w 1438560"/>
              <a:gd name="textAreaRight" fmla="*/ 1438920 w 1438560"/>
              <a:gd name="textAreaTop" fmla="*/ 0 h 865440"/>
              <a:gd name="textAreaBottom" fmla="*/ 865800 h 86544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8" name="TextBox 354"/>
          <p:cNvSpPr/>
          <p:nvPr/>
        </p:nvSpPr>
        <p:spPr>
          <a:xfrm>
            <a:off x="5409000" y="5501520"/>
            <a:ext cx="938880" cy="4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Facebook Live Streaming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19" name="Connector: Elbow 356"/>
          <p:cNvCxnSpPr>
            <a:endCxn id="418" idx="1"/>
          </p:cNvCxnSpPr>
          <p:nvPr/>
        </p:nvCxnSpPr>
        <p:spPr>
          <a:xfrm flipH="1" rot="16200000">
            <a:off x="4967640" y="5262120"/>
            <a:ext cx="882360" cy="720"/>
          </a:xfrm>
          <a:prstGeom prst="bentConnector2">
            <a:avLst/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cxnSp>
        <p:nvCxnSpPr>
          <p:cNvPr id="420" name="Connector: Elbow 385"/>
          <p:cNvCxnSpPr>
            <a:stCxn id="421" idx="0"/>
            <a:endCxn id="412" idx="3"/>
          </p:cNvCxnSpPr>
          <p:nvPr/>
        </p:nvCxnSpPr>
        <p:spPr>
          <a:xfrm flipV="1">
            <a:off x="4077360" y="3518640"/>
            <a:ext cx="102240" cy="4009680"/>
          </a:xfrm>
          <a:prstGeom prst="bentConnector3">
            <a:avLst>
              <a:gd name="adj1" fmla="val 100000"/>
            </a:avLst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422" name="Straight Arrow Connector 403"/>
          <p:cNvCxnSpPr/>
          <p:nvPr/>
        </p:nvCxnSpPr>
        <p:spPr>
          <a:xfrm flipV="1">
            <a:off x="5408640" y="3493440"/>
            <a:ext cx="360" cy="12045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sp>
        <p:nvSpPr>
          <p:cNvPr id="423" name="TextBox 404"/>
          <p:cNvSpPr/>
          <p:nvPr/>
        </p:nvSpPr>
        <p:spPr>
          <a:xfrm>
            <a:off x="3495240" y="315504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 1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Switch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4" name="TextBox 406"/>
          <p:cNvSpPr/>
          <p:nvPr/>
        </p:nvSpPr>
        <p:spPr>
          <a:xfrm>
            <a:off x="3690720" y="463500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Competition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5" name="TextBox 407"/>
          <p:cNvSpPr/>
          <p:nvPr/>
        </p:nvSpPr>
        <p:spPr>
          <a:xfrm>
            <a:off x="5706360" y="4584960"/>
            <a:ext cx="862200" cy="5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Internet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Access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Cellular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6" name="TextBox 2"/>
          <p:cNvSpPr/>
          <p:nvPr/>
        </p:nvSpPr>
        <p:spPr>
          <a:xfrm>
            <a:off x="1371240" y="496800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Scoreboard 1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7" name="Graphic 5" descr="Monitor with solid fill"/>
          <p:cNvPicPr/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/>
        </p:blipFill>
        <p:spPr>
          <a:xfrm>
            <a:off x="1623240" y="457200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28" name="TextBox 73"/>
          <p:cNvSpPr/>
          <p:nvPr/>
        </p:nvSpPr>
        <p:spPr>
          <a:xfrm>
            <a:off x="5652360" y="3852000"/>
            <a:ext cx="980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Phone/remote Scoreboards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29" name="Picture 2" descr="Cheapest Computer Chip Raspberry Pi!"/>
          <p:cNvPicPr/>
          <p:nvPr/>
        </p:nvPicPr>
        <p:blipFill>
          <a:blip r:embed="rId44"/>
          <a:stretch/>
        </p:blipFill>
        <p:spPr>
          <a:xfrm flipH="1">
            <a:off x="2676600" y="469332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30" name="Straight Arrow Connector 1"/>
          <p:cNvCxnSpPr/>
          <p:nvPr/>
        </p:nvCxnSpPr>
        <p:spPr>
          <a:xfrm flipH="1">
            <a:off x="2991240" y="48009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431" name="Straight Arrow Connector 4"/>
          <p:cNvCxnSpPr/>
          <p:nvPr/>
        </p:nvCxnSpPr>
        <p:spPr>
          <a:xfrm flipH="1">
            <a:off x="2127240" y="479664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432" name="TextBox 7"/>
          <p:cNvSpPr/>
          <p:nvPr/>
        </p:nvSpPr>
        <p:spPr>
          <a:xfrm>
            <a:off x="2169360" y="465300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3" name="TextBox 8"/>
          <p:cNvSpPr/>
          <p:nvPr/>
        </p:nvSpPr>
        <p:spPr>
          <a:xfrm>
            <a:off x="1371240" y="422496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4" name="Graphic 9" descr="Monitor with solid fill"/>
          <p:cNvPicPr/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/>
        </p:blipFill>
        <p:spPr>
          <a:xfrm>
            <a:off x="1623240" y="385200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35" name="Picture 2" descr="Cheapest Computer Chip Raspberry Pi!"/>
          <p:cNvPicPr/>
          <p:nvPr/>
        </p:nvPicPr>
        <p:blipFill>
          <a:blip r:embed="rId47"/>
          <a:stretch/>
        </p:blipFill>
        <p:spPr>
          <a:xfrm flipH="1">
            <a:off x="2676600" y="397296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36" name="Straight Arrow Connector 43"/>
          <p:cNvCxnSpPr/>
          <p:nvPr/>
        </p:nvCxnSpPr>
        <p:spPr>
          <a:xfrm flipH="1">
            <a:off x="2991240" y="40809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437" name="Straight Arrow Connector 44"/>
          <p:cNvCxnSpPr/>
          <p:nvPr/>
        </p:nvCxnSpPr>
        <p:spPr>
          <a:xfrm flipH="1">
            <a:off x="2127240" y="407628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438" name="TextBox 53"/>
          <p:cNvSpPr/>
          <p:nvPr/>
        </p:nvSpPr>
        <p:spPr>
          <a:xfrm>
            <a:off x="2169360" y="393300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68"/>
          <p:cNvSpPr/>
          <p:nvPr/>
        </p:nvSpPr>
        <p:spPr>
          <a:xfrm>
            <a:off x="1368000" y="634248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 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40" name="Graphic 70" descr="Monitor with solid fill"/>
          <p:cNvPicPr/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/>
        </p:blipFill>
        <p:spPr>
          <a:xfrm>
            <a:off x="1627920" y="596952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41" name="Picture 2" descr="Cheapest Computer Chip Raspberry Pi!"/>
          <p:cNvPicPr/>
          <p:nvPr/>
        </p:nvPicPr>
        <p:blipFill>
          <a:blip r:embed="rId50"/>
          <a:stretch/>
        </p:blipFill>
        <p:spPr>
          <a:xfrm flipH="1">
            <a:off x="2673720" y="609048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42" name="Straight Arrow Connector 76"/>
          <p:cNvCxnSpPr/>
          <p:nvPr/>
        </p:nvCxnSpPr>
        <p:spPr>
          <a:xfrm flipH="1">
            <a:off x="3004920" y="623448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443" name="Straight Arrow Connector 78"/>
          <p:cNvCxnSpPr/>
          <p:nvPr/>
        </p:nvCxnSpPr>
        <p:spPr>
          <a:xfrm flipH="1">
            <a:off x="2124360" y="619380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444" name="TextBox 79"/>
          <p:cNvSpPr/>
          <p:nvPr/>
        </p:nvSpPr>
        <p:spPr>
          <a:xfrm>
            <a:off x="2166480" y="605052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5" name="TextBox 3"/>
          <p:cNvSpPr/>
          <p:nvPr/>
        </p:nvSpPr>
        <p:spPr>
          <a:xfrm>
            <a:off x="3636360" y="7600320"/>
            <a:ext cx="73584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fr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OBS Video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1" name="Freeform: Shape 11"/>
          <p:cNvSpPr/>
          <p:nvPr/>
        </p:nvSpPr>
        <p:spPr>
          <a:xfrm>
            <a:off x="3745440" y="7313760"/>
            <a:ext cx="363960" cy="246240"/>
          </a:xfrm>
          <a:custGeom>
            <a:avLst/>
            <a:gdLst>
              <a:gd name="textAreaLeft" fmla="*/ 0 w 363960"/>
              <a:gd name="textAreaRight" fmla="*/ 364320 w 363960"/>
              <a:gd name="textAreaTop" fmla="*/ 0 h 246240"/>
              <a:gd name="textAreaBottom" fmla="*/ 246600 h 246240"/>
              <a:gd name="GluePoint1X" fmla="*/ 332184 w 364331"/>
              <a:gd name="GluePoint1Y" fmla="*/ 214313 h 246459"/>
              <a:gd name="GluePoint2X" fmla="*/ 32147 w 364331"/>
              <a:gd name="GluePoint2Y" fmla="*/ 214313 h 246459"/>
              <a:gd name="GluePoint3X" fmla="*/ 32147 w 364331"/>
              <a:gd name="GluePoint3Y" fmla="*/ 32147 h 246459"/>
              <a:gd name="GluePoint4X" fmla="*/ 332184 w 364331"/>
              <a:gd name="GluePoint4Y" fmla="*/ 32147 h 246459"/>
              <a:gd name="GluePoint5X" fmla="*/ 332184 w 364331"/>
              <a:gd name="GluePoint5Y" fmla="*/ 214313 h 246459"/>
              <a:gd name="GluePoint6X" fmla="*/ 364331 w 364331"/>
              <a:gd name="GluePoint6Y" fmla="*/ 21431 h 246459"/>
              <a:gd name="GluePoint7X" fmla="*/ 342900 w 364331"/>
              <a:gd name="GluePoint7Y" fmla="*/ 0 h 246459"/>
              <a:gd name="GluePoint8X" fmla="*/ 21431 w 364331"/>
              <a:gd name="GluePoint8Y" fmla="*/ 0 h 246459"/>
              <a:gd name="GluePoint9X" fmla="*/ 0 w 364331"/>
              <a:gd name="GluePoint9Y" fmla="*/ 21431 h 246459"/>
              <a:gd name="GluePoint10X" fmla="*/ 0 w 364331"/>
              <a:gd name="GluePoint10Y" fmla="*/ 246459 h 246459"/>
              <a:gd name="GluePoint11X" fmla="*/ 364331 w 364331"/>
              <a:gd name="GluePoint11Y" fmla="*/ 246459 h 246459"/>
              <a:gd name="GluePoint12X" fmla="*/ 364331 w 364331"/>
              <a:gd name="GluePoint12Y" fmla="*/ 21431 h 246459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</a:cxnLst>
            <a:rect l="textAreaLeft" t="textAreaTop" r="textAreaRight" b="textAreaBottom"/>
            <a:pathLst>
              <a:path w="364331" h="246459">
                <a:moveTo>
                  <a:pt x="332184" y="214313"/>
                </a:moveTo>
                <a:lnTo>
                  <a:pt x="32147" y="214313"/>
                </a:lnTo>
                <a:lnTo>
                  <a:pt x="32147" y="32147"/>
                </a:lnTo>
                <a:lnTo>
                  <a:pt x="332184" y="32147"/>
                </a:lnTo>
                <a:lnTo>
                  <a:pt x="332184" y="214313"/>
                </a:lnTo>
                <a:close/>
                <a:moveTo>
                  <a:pt x="364331" y="21431"/>
                </a:moveTo>
                <a:cubicBezTo>
                  <a:pt x="364331" y="9644"/>
                  <a:pt x="354687" y="0"/>
                  <a:pt x="342900" y="0"/>
                </a:cubicBezTo>
                <a:lnTo>
                  <a:pt x="21431" y="0"/>
                </a:lnTo>
                <a:cubicBezTo>
                  <a:pt x="9644" y="0"/>
                  <a:pt x="0" y="9644"/>
                  <a:pt x="0" y="21431"/>
                </a:cubicBezTo>
                <a:lnTo>
                  <a:pt x="0" y="246459"/>
                </a:lnTo>
                <a:lnTo>
                  <a:pt x="364331" y="246459"/>
                </a:lnTo>
                <a:lnTo>
                  <a:pt x="364331" y="21431"/>
                </a:lnTo>
                <a:close/>
              </a:path>
            </a:pathLst>
          </a:custGeom>
          <a:solidFill>
            <a:schemeClr val="bg1"/>
          </a:solidFill>
          <a:ln w="5358">
            <a:solidFill>
              <a:srgbClr val="4472C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C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46" name="Freeform: Shape 17"/>
          <p:cNvSpPr/>
          <p:nvPr/>
        </p:nvSpPr>
        <p:spPr>
          <a:xfrm>
            <a:off x="3681000" y="7599240"/>
            <a:ext cx="492480" cy="31680"/>
          </a:xfrm>
          <a:custGeom>
            <a:avLst/>
            <a:gdLst>
              <a:gd name="textAreaLeft" fmla="*/ 0 w 492480"/>
              <a:gd name="textAreaRight" fmla="*/ 492840 w 492480"/>
              <a:gd name="textAreaTop" fmla="*/ 0 h 31680"/>
              <a:gd name="textAreaBottom" fmla="*/ 32040 h 31680"/>
              <a:gd name="GluePoint1X" fmla="*/ 278606 w 492918"/>
              <a:gd name="GluePoint1Y" fmla="*/ 0 h 32146"/>
              <a:gd name="GluePoint2X" fmla="*/ 278606 w 492918"/>
              <a:gd name="GluePoint2Y" fmla="*/ 5358 h 32146"/>
              <a:gd name="GluePoint3X" fmla="*/ 273248 w 492918"/>
              <a:gd name="GluePoint3Y" fmla="*/ 10716 h 32146"/>
              <a:gd name="GluePoint4X" fmla="*/ 219670 w 492918"/>
              <a:gd name="GluePoint4Y" fmla="*/ 10716 h 32146"/>
              <a:gd name="GluePoint5X" fmla="*/ 214313 w 492918"/>
              <a:gd name="GluePoint5Y" fmla="*/ 5358 h 32146"/>
              <a:gd name="GluePoint6X" fmla="*/ 214313 w 492918"/>
              <a:gd name="GluePoint6Y" fmla="*/ 0 h 32146"/>
              <a:gd name="GluePoint7X" fmla="*/ 0 w 492918"/>
              <a:gd name="GluePoint7Y" fmla="*/ 0 h 32146"/>
              <a:gd name="GluePoint8X" fmla="*/ 0 w 492918"/>
              <a:gd name="GluePoint8Y" fmla="*/ 10716 h 32146"/>
              <a:gd name="GluePoint9X" fmla="*/ 21431 w 492918"/>
              <a:gd name="GluePoint9Y" fmla="*/ 32147 h 32146"/>
              <a:gd name="GluePoint10X" fmla="*/ 471488 w 492918"/>
              <a:gd name="GluePoint10Y" fmla="*/ 32147 h 32146"/>
              <a:gd name="GluePoint11X" fmla="*/ 492919 w 492918"/>
              <a:gd name="GluePoint11Y" fmla="*/ 10716 h 32146"/>
              <a:gd name="GluePoint12X" fmla="*/ 492919 w 492918"/>
              <a:gd name="GluePoint12Y" fmla="*/ 0 h 32146"/>
              <a:gd name="GluePoint13X" fmla="*/ 278606 w 492918"/>
              <a:gd name="GluePoint13Y" fmla="*/ 0 h 32146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</a:cxnLst>
            <a:rect l="textAreaLeft" t="textAreaTop" r="textAreaRight" b="textAreaBottom"/>
            <a:pathLst>
              <a:path w="492918" h="32146">
                <a:moveTo>
                  <a:pt x="278606" y="0"/>
                </a:moveTo>
                <a:lnTo>
                  <a:pt x="278606" y="5358"/>
                </a:lnTo>
                <a:cubicBezTo>
                  <a:pt x="278606" y="8572"/>
                  <a:pt x="276463" y="10716"/>
                  <a:pt x="273248" y="10716"/>
                </a:cubicBezTo>
                <a:lnTo>
                  <a:pt x="219670" y="10716"/>
                </a:lnTo>
                <a:cubicBezTo>
                  <a:pt x="216456" y="10716"/>
                  <a:pt x="214313" y="8572"/>
                  <a:pt x="214313" y="5358"/>
                </a:cubicBezTo>
                <a:lnTo>
                  <a:pt x="214313" y="0"/>
                </a:lnTo>
                <a:lnTo>
                  <a:pt x="0" y="0"/>
                </a:lnTo>
                <a:lnTo>
                  <a:pt x="0" y="10716"/>
                </a:lnTo>
                <a:cubicBezTo>
                  <a:pt x="0" y="22503"/>
                  <a:pt x="9644" y="32147"/>
                  <a:pt x="21431" y="32147"/>
                </a:cubicBezTo>
                <a:lnTo>
                  <a:pt x="471488" y="32147"/>
                </a:lnTo>
                <a:cubicBezTo>
                  <a:pt x="483275" y="32147"/>
                  <a:pt x="492919" y="22503"/>
                  <a:pt x="492919" y="10716"/>
                </a:cubicBezTo>
                <a:lnTo>
                  <a:pt x="492919" y="0"/>
                </a:lnTo>
                <a:lnTo>
                  <a:pt x="278606" y="0"/>
                </a:lnTo>
                <a:close/>
              </a:path>
            </a:pathLst>
          </a:custGeom>
          <a:solidFill>
            <a:schemeClr val="bg1"/>
          </a:solidFill>
          <a:ln w="5358">
            <a:solidFill>
              <a:srgbClr val="4472C4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12960" rIns="90000" bIns="-12960" anchor="ctr">
            <a:noAutofit/>
          </a:bodyPr>
          <a:p>
            <a:endParaRPr lang="en-CA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447" name="Straight Arrow Connector 21"/>
          <p:cNvCxnSpPr/>
          <p:nvPr/>
        </p:nvCxnSpPr>
        <p:spPr>
          <a:xfrm flipH="1">
            <a:off x="4143240" y="6559200"/>
            <a:ext cx="320760" cy="360"/>
          </a:xfrm>
          <a:prstGeom prst="straightConnector1">
            <a:avLst/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pic>
        <p:nvPicPr>
          <p:cNvPr id="448" name="Graphic 96" descr="Laptop"/>
          <p:cNvPicPr/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tretch/>
        </p:blipFill>
        <p:spPr>
          <a:xfrm>
            <a:off x="3675600" y="629676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9" name="TextBox 97"/>
          <p:cNvSpPr/>
          <p:nvPr/>
        </p:nvSpPr>
        <p:spPr>
          <a:xfrm>
            <a:off x="3514320" y="666360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Secretary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0" name="TextBox 107"/>
          <p:cNvSpPr/>
          <p:nvPr/>
        </p:nvSpPr>
        <p:spPr>
          <a:xfrm>
            <a:off x="1371240" y="572400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Scoreboard 2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51" name="Graphic 108" descr="Monitor with solid fill"/>
          <p:cNvPicPr/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/>
        </p:blipFill>
        <p:spPr>
          <a:xfrm>
            <a:off x="1623240" y="529200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52" name="Picture 2" descr="Cheapest Computer Chip Raspberry Pi!"/>
          <p:cNvPicPr/>
          <p:nvPr/>
        </p:nvPicPr>
        <p:blipFill>
          <a:blip r:embed="rId55"/>
          <a:stretch/>
        </p:blipFill>
        <p:spPr>
          <a:xfrm flipH="1">
            <a:off x="2676600" y="541332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53" name="Straight Arrow Connector 110"/>
          <p:cNvCxnSpPr/>
          <p:nvPr/>
        </p:nvCxnSpPr>
        <p:spPr>
          <a:xfrm flipH="1">
            <a:off x="2991240" y="55209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454" name="Straight Arrow Connector 111"/>
          <p:cNvCxnSpPr/>
          <p:nvPr/>
        </p:nvCxnSpPr>
        <p:spPr>
          <a:xfrm flipH="1">
            <a:off x="2127240" y="551664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455" name="TextBox 115"/>
          <p:cNvSpPr/>
          <p:nvPr/>
        </p:nvSpPr>
        <p:spPr>
          <a:xfrm>
            <a:off x="2169360" y="537300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6" name="TextBox 118"/>
          <p:cNvSpPr/>
          <p:nvPr/>
        </p:nvSpPr>
        <p:spPr>
          <a:xfrm>
            <a:off x="2309760" y="418356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Rpi400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7" name="TextBox 124"/>
          <p:cNvSpPr/>
          <p:nvPr/>
        </p:nvSpPr>
        <p:spPr>
          <a:xfrm>
            <a:off x="2313000" y="490356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Rpi400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8" name="TextBox 125"/>
          <p:cNvSpPr/>
          <p:nvPr/>
        </p:nvSpPr>
        <p:spPr>
          <a:xfrm>
            <a:off x="2309760" y="562356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Rpi400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9" name="TextBox 126"/>
          <p:cNvSpPr/>
          <p:nvPr/>
        </p:nvSpPr>
        <p:spPr>
          <a:xfrm>
            <a:off x="2306520" y="634356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Rpi400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0" name="Graphic 127" descr="Monitor with solid fill"/>
          <p:cNvPicPr/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/>
        </p:blipFill>
        <p:spPr>
          <a:xfrm>
            <a:off x="1591560" y="18248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61" name="Straight Arrow Connector 130"/>
          <p:cNvCxnSpPr>
            <a:endCxn id="460" idx="3"/>
          </p:cNvCxnSpPr>
          <p:nvPr/>
        </p:nvCxnSpPr>
        <p:spPr>
          <a:xfrm flipH="1">
            <a:off x="2054520" y="205272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462" name="TextBox 131"/>
          <p:cNvSpPr/>
          <p:nvPr/>
        </p:nvSpPr>
        <p:spPr>
          <a:xfrm>
            <a:off x="1340640" y="2202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Marshal 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463" name="Group 143"/>
          <p:cNvGrpSpPr/>
          <p:nvPr/>
        </p:nvGrpSpPr>
        <p:grpSpPr>
          <a:xfrm>
            <a:off x="845280" y="1175400"/>
            <a:ext cx="419040" cy="230400"/>
            <a:chOff x="845280" y="1175400"/>
            <a:chExt cx="419040" cy="230400"/>
          </a:xfrm>
        </p:grpSpPr>
        <p:sp>
          <p:nvSpPr>
            <p:cNvPr id="464" name="Rectangle 159"/>
            <p:cNvSpPr/>
            <p:nvPr/>
          </p:nvSpPr>
          <p:spPr>
            <a:xfrm>
              <a:off x="924120" y="123480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00" name="TextBox 142"/>
            <p:cNvSpPr/>
            <p:nvPr/>
          </p:nvSpPr>
          <p:spPr>
            <a:xfrm>
              <a:off x="845280" y="1175400"/>
              <a:ext cx="419040" cy="23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CA" sz="900" b="0" u="none" strike="noStrike">
                  <a:solidFill>
                    <a:schemeClr val="accent6">
                      <a:lumMod val="40000"/>
                      <a:lumOff val="60000"/>
                    </a:schemeClr>
                  </a:solidFill>
                  <a:effectLst/>
                  <a:uFillTx/>
                  <a:latin typeface="Webdings"/>
                </a:rPr>
                <a:t>4</a:t>
              </a:r>
              <a:r>
                <a:rPr lang="en-CA" sz="900" b="0" u="none" strike="noStrike">
                  <a:solidFill>
                    <a:srgbClr val="FF0000"/>
                  </a:solidFill>
                  <a:effectLst/>
                  <a:uFillTx/>
                  <a:latin typeface="Webdings"/>
                </a:rPr>
                <a:t>&lt;</a:t>
              </a:r>
              <a:endParaRPr lang="en-CA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5" name="TextBox 151"/>
          <p:cNvSpPr/>
          <p:nvPr/>
        </p:nvSpPr>
        <p:spPr>
          <a:xfrm>
            <a:off x="2169000" y="190368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TextBox 71"/>
          <p:cNvSpPr/>
          <p:nvPr/>
        </p:nvSpPr>
        <p:spPr>
          <a:xfrm>
            <a:off x="3601800" y="5712480"/>
            <a:ext cx="673200" cy="51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ts val="1100"/>
              </a:lnSpc>
            </a:pPr>
            <a:r>
              <a:rPr lang="fr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br>
              <a:rPr sz="1010"/>
            </a:br>
            <a:r>
              <a:rPr lang="fr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+</a:t>
            </a:r>
            <a:br>
              <a:rPr sz="1010"/>
            </a:br>
            <a:r>
              <a:rPr lang="fr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secretary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67" name="Graphic 77" descr="Laptop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694680" y="533520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468" name="Graphic 6" descr="Server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479920" y="2897280"/>
            <a:ext cx="560880" cy="50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69" name="Graphic 45" descr="Cloud"/>
          <p:cNvSpPr/>
          <p:nvPr/>
        </p:nvSpPr>
        <p:spPr>
          <a:xfrm>
            <a:off x="5187240" y="2735640"/>
            <a:ext cx="1438560" cy="865440"/>
          </a:xfrm>
          <a:custGeom>
            <a:avLst/>
            <a:gdLst>
              <a:gd name="textAreaLeft" fmla="*/ 0 w 1438560"/>
              <a:gd name="textAreaRight" fmla="*/ 1438920 w 1438560"/>
              <a:gd name="textAreaTop" fmla="*/ 0 h 865440"/>
              <a:gd name="textAreaBottom" fmla="*/ 865800 h 86544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0" name="TextBox 140"/>
          <p:cNvSpPr/>
          <p:nvPr/>
        </p:nvSpPr>
        <p:spPr>
          <a:xfrm>
            <a:off x="5293800" y="3309840"/>
            <a:ext cx="12747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Publicresults fly.dev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71" name="Connector: Curved 15"/>
          <p:cNvCxnSpPr>
            <a:stCxn id="468" idx="3"/>
            <a:endCxn id="472" idx="0"/>
          </p:cNvCxnSpPr>
          <p:nvPr/>
        </p:nvCxnSpPr>
        <p:spPr>
          <a:xfrm rot="5400000">
            <a:off x="5499360" y="3331440"/>
            <a:ext cx="721440" cy="361440"/>
          </a:xfrm>
          <a:prstGeom prst="curvedConnector4">
            <a:avLst>
              <a:gd name="adj1" fmla="val 33849"/>
              <a:gd name="adj2" fmla="val 50049"/>
            </a:avLst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pic>
        <p:nvPicPr>
          <p:cNvPr id="473" name="Graphic 91" descr="Smart Phone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551560" y="38725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474" name="Group 64"/>
          <p:cNvGrpSpPr/>
          <p:nvPr/>
        </p:nvGrpSpPr>
        <p:grpSpPr>
          <a:xfrm>
            <a:off x="2385720" y="1063080"/>
            <a:ext cx="767880" cy="547200"/>
            <a:chOff x="2385720" y="1063080"/>
            <a:chExt cx="767880" cy="547200"/>
          </a:xfrm>
        </p:grpSpPr>
        <p:pic>
          <p:nvPicPr>
            <p:cNvPr id="475" name="Graphic 41" descr="Laptop"/>
            <p:cNvPicPr/>
            <p:nvPr/>
          </p:nvPicPr>
          <p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/>
          </p:blipFill>
          <p:spPr>
            <a:xfrm>
              <a:off x="2551320" y="106308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76" name="TextBox 128"/>
            <p:cNvSpPr/>
            <p:nvPr/>
          </p:nvSpPr>
          <p:spPr>
            <a:xfrm>
              <a:off x="2385720" y="1362600"/>
              <a:ext cx="76788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fr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Announcer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77" name="Group 61"/>
          <p:cNvGrpSpPr/>
          <p:nvPr/>
        </p:nvGrpSpPr>
        <p:grpSpPr>
          <a:xfrm>
            <a:off x="2462040" y="1799640"/>
            <a:ext cx="615600" cy="572040"/>
            <a:chOff x="2462040" y="1799640"/>
            <a:chExt cx="615600" cy="572040"/>
          </a:xfrm>
        </p:grpSpPr>
        <p:sp>
          <p:nvSpPr>
            <p:cNvPr id="478" name="TextBox 129"/>
            <p:cNvSpPr/>
            <p:nvPr/>
          </p:nvSpPr>
          <p:spPr>
            <a:xfrm>
              <a:off x="2462040" y="2124000"/>
              <a:ext cx="61560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fr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Marshal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479" name="Graphic 136" descr="Laptop"/>
            <p:cNvPicPr/>
            <p:nvPr/>
          </p:nvPicPr>
          <p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/>
          </p:blipFill>
          <p:spPr>
            <a:xfrm>
              <a:off x="2551320" y="179964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80" name="Group 62"/>
          <p:cNvGrpSpPr/>
          <p:nvPr/>
        </p:nvGrpSpPr>
        <p:grpSpPr>
          <a:xfrm>
            <a:off x="2156760" y="2455920"/>
            <a:ext cx="1242360" cy="561240"/>
            <a:chOff x="2156760" y="2455920"/>
            <a:chExt cx="1242360" cy="561240"/>
          </a:xfrm>
        </p:grpSpPr>
        <p:pic>
          <p:nvPicPr>
            <p:cNvPr id="481" name="Graphic 84" descr="Laptop"/>
            <p:cNvPicPr/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/>
          </p:blipFill>
          <p:spPr>
            <a:xfrm>
              <a:off x="2551320" y="245592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482" name="TextBox 88"/>
            <p:cNvSpPr/>
            <p:nvPr/>
          </p:nvSpPr>
          <p:spPr>
            <a:xfrm>
              <a:off x="2156760" y="2769480"/>
              <a:ext cx="124236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fr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Athlete-facing Clock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3" name="Group 19"/>
          <p:cNvGrpSpPr/>
          <p:nvPr/>
        </p:nvGrpSpPr>
        <p:grpSpPr>
          <a:xfrm>
            <a:off x="443880" y="2447640"/>
            <a:ext cx="231480" cy="118440"/>
            <a:chOff x="443880" y="2447640"/>
            <a:chExt cx="231480" cy="118440"/>
          </a:xfrm>
        </p:grpSpPr>
        <p:sp>
          <p:nvSpPr>
            <p:cNvPr id="484" name="Rectangle 18"/>
            <p:cNvSpPr/>
            <p:nvPr/>
          </p:nvSpPr>
          <p:spPr>
            <a:xfrm>
              <a:off x="443880" y="245052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485" name="Graphic 112" descr="Close with solid fill"/>
            <p:cNvPicPr/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/>
          </p:blipFill>
          <p:spPr>
            <a:xfrm>
              <a:off x="552960" y="245052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86" name="Graphic 114" descr="Checkmark with solid fill"/>
            <p:cNvPicPr/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/>
          </p:blipFill>
          <p:spPr>
            <a:xfrm>
              <a:off x="461520" y="24476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87" name="Group 22"/>
          <p:cNvGrpSpPr/>
          <p:nvPr/>
        </p:nvGrpSpPr>
        <p:grpSpPr>
          <a:xfrm>
            <a:off x="443880" y="2600280"/>
            <a:ext cx="231480" cy="118080"/>
            <a:chOff x="443880" y="2600280"/>
            <a:chExt cx="231480" cy="118080"/>
          </a:xfrm>
        </p:grpSpPr>
        <p:sp>
          <p:nvSpPr>
            <p:cNvPr id="488" name="Rectangle 23"/>
            <p:cNvSpPr/>
            <p:nvPr/>
          </p:nvSpPr>
          <p:spPr>
            <a:xfrm>
              <a:off x="443880" y="260280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489" name="Graphic 24" descr="Close with solid fill"/>
            <p:cNvPicPr/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/>
          </p:blipFill>
          <p:spPr>
            <a:xfrm>
              <a:off x="552960" y="260280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0" name="Graphic 25" descr="Checkmark with solid fill"/>
            <p:cNvPicPr/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/>
          </p:blipFill>
          <p:spPr>
            <a:xfrm>
              <a:off x="461520" y="26002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491" name="Group 26"/>
          <p:cNvGrpSpPr/>
          <p:nvPr/>
        </p:nvGrpSpPr>
        <p:grpSpPr>
          <a:xfrm>
            <a:off x="443880" y="2752560"/>
            <a:ext cx="231480" cy="118080"/>
            <a:chOff x="443880" y="2752560"/>
            <a:chExt cx="231480" cy="118080"/>
          </a:xfrm>
        </p:grpSpPr>
        <p:sp>
          <p:nvSpPr>
            <p:cNvPr id="492" name="Rectangle 27"/>
            <p:cNvSpPr/>
            <p:nvPr/>
          </p:nvSpPr>
          <p:spPr>
            <a:xfrm>
              <a:off x="443880" y="275508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493" name="Graphic 28" descr="Close with solid fill"/>
            <p:cNvPicPr/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/>
          </p:blipFill>
          <p:spPr>
            <a:xfrm>
              <a:off x="552960" y="27550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494" name="Graphic 29" descr="Checkmark with solid fill"/>
            <p:cNvPicPr/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/>
          </p:blipFill>
          <p:spPr>
            <a:xfrm>
              <a:off x="461520" y="275256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495" name="Rectangle 31"/>
          <p:cNvSpPr/>
          <p:nvPr/>
        </p:nvSpPr>
        <p:spPr>
          <a:xfrm>
            <a:off x="942120" y="2587320"/>
            <a:ext cx="152280" cy="1836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96" name="TextBox 103"/>
          <p:cNvSpPr/>
          <p:nvPr/>
        </p:nvSpPr>
        <p:spPr>
          <a:xfrm>
            <a:off x="709560" y="2764440"/>
            <a:ext cx="6156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Referee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 + Down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497" name="Connector: Elbow 163"/>
          <p:cNvCxnSpPr>
            <a:stCxn id="498" idx="3"/>
            <a:endCxn id="475" idx="1"/>
          </p:cNvCxnSpPr>
          <p:nvPr/>
        </p:nvCxnSpPr>
        <p:spPr>
          <a:xfrm>
            <a:off x="1264320" y="1290600"/>
            <a:ext cx="1287360" cy="720"/>
          </a:xfrm>
          <a:prstGeom prst="bentConnector3">
            <a:avLst>
              <a:gd name="adj1" fmla="val 50013"/>
            </a:avLst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499" name="Straight Arrow Connector 169"/>
          <p:cNvCxnSpPr>
            <a:stCxn id="481" idx="1"/>
            <a:endCxn id="495" idx="3"/>
          </p:cNvCxnSpPr>
          <p:nvPr/>
        </p:nvCxnSpPr>
        <p:spPr>
          <a:xfrm flipH="1" flipV="1">
            <a:off x="1094400" y="2679120"/>
            <a:ext cx="1457280" cy="504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500" name="TextBox 184"/>
          <p:cNvSpPr/>
          <p:nvPr/>
        </p:nvSpPr>
        <p:spPr>
          <a:xfrm>
            <a:off x="2139840" y="111564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1" name="TextBox 186"/>
          <p:cNvSpPr/>
          <p:nvPr/>
        </p:nvSpPr>
        <p:spPr>
          <a:xfrm>
            <a:off x="2161800" y="251748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2" name="Graphic 268"/>
          <p:cNvPicPr/>
          <p:nvPr/>
        </p:nvPicPr>
        <p:blipFill>
          <a:blip r:embed="rId25"/>
          <a:srcRect l="0" t="19756" r="0" b="39177"/>
          <a:stretch/>
        </p:blipFill>
        <p:spPr>
          <a:xfrm>
            <a:off x="4368600" y="463248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03" name="Straight Connector 272"/>
          <p:cNvCxnSpPr/>
          <p:nvPr/>
        </p:nvCxnSpPr>
        <p:spPr>
          <a:xfrm>
            <a:off x="3536280" y="1290600"/>
            <a:ext cx="11880" cy="4336560"/>
          </a:xfrm>
          <a:prstGeom prst="straightConnector1">
            <a:avLst/>
          </a:prstGeom>
          <a:ln w="15875">
            <a:solidFill>
              <a:srgbClr val="ED7D31"/>
            </a:solidFill>
          </a:ln>
        </p:spPr>
      </p:cxnSp>
      <p:cxnSp>
        <p:nvCxnSpPr>
          <p:cNvPr id="504" name="Straight Arrow Connector 278"/>
          <p:cNvCxnSpPr>
            <a:endCxn id="475" idx="3"/>
          </p:cNvCxnSpPr>
          <p:nvPr/>
        </p:nvCxnSpPr>
        <p:spPr>
          <a:xfrm flipH="1">
            <a:off x="2988360" y="12909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05" name="Straight Arrow Connector 282"/>
          <p:cNvCxnSpPr/>
          <p:nvPr/>
        </p:nvCxnSpPr>
        <p:spPr>
          <a:xfrm flipH="1">
            <a:off x="2988360" y="269172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06" name="Straight Arrow Connector 284"/>
          <p:cNvCxnSpPr/>
          <p:nvPr/>
        </p:nvCxnSpPr>
        <p:spPr>
          <a:xfrm flipH="1">
            <a:off x="2988360" y="201564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pic>
        <p:nvPicPr>
          <p:cNvPr id="507" name="Graphic 298"/>
          <p:cNvPicPr/>
          <p:nvPr/>
        </p:nvPicPr>
        <p:blipFill>
          <a:blip r:embed="rId26"/>
          <a:srcRect l="0" t="19756" r="0" b="39177"/>
          <a:stretch/>
        </p:blipFill>
        <p:spPr>
          <a:xfrm>
            <a:off x="3468600" y="337284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08" name="Straight Arrow Connector 336"/>
          <p:cNvCxnSpPr/>
          <p:nvPr/>
        </p:nvCxnSpPr>
        <p:spPr>
          <a:xfrm flipH="1">
            <a:off x="4110480" y="5592240"/>
            <a:ext cx="320400" cy="360"/>
          </a:xfrm>
          <a:prstGeom prst="straightConnector1">
            <a:avLst/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509" name="TextBox 350"/>
          <p:cNvSpPr/>
          <p:nvPr/>
        </p:nvSpPr>
        <p:spPr>
          <a:xfrm>
            <a:off x="613800" y="133164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Timekeeper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10" name="Graphic 351"/>
          <p:cNvPicPr/>
          <p:nvPr/>
        </p:nvPicPr>
        <p:blipFill>
          <a:blip r:embed="rId27"/>
          <a:srcRect l="0" t="19756" r="0" b="39177"/>
          <a:stretch/>
        </p:blipFill>
        <p:spPr>
          <a:xfrm>
            <a:off x="5205600" y="463680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11" name="Straight Arrow Connector 352"/>
          <p:cNvCxnSpPr/>
          <p:nvPr/>
        </p:nvCxnSpPr>
        <p:spPr>
          <a:xfrm flipH="1">
            <a:off x="4980240" y="4777920"/>
            <a:ext cx="320400" cy="360"/>
          </a:xfrm>
          <a:prstGeom prst="straightConnector1">
            <a:avLst/>
          </a:prstGeom>
          <a:ln w="1270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512" name="Graphic 45" descr="Cloud"/>
          <p:cNvSpPr/>
          <p:nvPr/>
        </p:nvSpPr>
        <p:spPr>
          <a:xfrm>
            <a:off x="5192280" y="5171040"/>
            <a:ext cx="1438560" cy="865440"/>
          </a:xfrm>
          <a:custGeom>
            <a:avLst/>
            <a:gdLst>
              <a:gd name="textAreaLeft" fmla="*/ 0 w 1438560"/>
              <a:gd name="textAreaRight" fmla="*/ 1438920 w 1438560"/>
              <a:gd name="textAreaTop" fmla="*/ 0 h 865440"/>
              <a:gd name="textAreaBottom" fmla="*/ 865800 h 86544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3" name="TextBox 354"/>
          <p:cNvSpPr/>
          <p:nvPr/>
        </p:nvSpPr>
        <p:spPr>
          <a:xfrm>
            <a:off x="5409000" y="5501520"/>
            <a:ext cx="938880" cy="4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Facebook Live Streaming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14" name="Connector: Elbow 356"/>
          <p:cNvCxnSpPr>
            <a:endCxn id="513" idx="1"/>
          </p:cNvCxnSpPr>
          <p:nvPr/>
        </p:nvCxnSpPr>
        <p:spPr>
          <a:xfrm flipH="1" rot="16200000">
            <a:off x="4967640" y="5262120"/>
            <a:ext cx="882360" cy="720"/>
          </a:xfrm>
          <a:prstGeom prst="bentConnector2">
            <a:avLst/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cxnSp>
        <p:nvCxnSpPr>
          <p:cNvPr id="515" name="Connector: Elbow 385"/>
          <p:cNvCxnSpPr>
            <a:stCxn id="516" idx="3"/>
            <a:endCxn id="507" idx="3"/>
          </p:cNvCxnSpPr>
          <p:nvPr/>
        </p:nvCxnSpPr>
        <p:spPr>
          <a:xfrm flipV="1" rot="16200000">
            <a:off x="2195280" y="5502600"/>
            <a:ext cx="3974040" cy="6120"/>
          </a:xfrm>
          <a:prstGeom prst="bentConnector3">
            <a:avLst>
              <a:gd name="adj1" fmla="val 0"/>
            </a:avLst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517" name="Straight Arrow Connector 403"/>
          <p:cNvCxnSpPr/>
          <p:nvPr/>
        </p:nvCxnSpPr>
        <p:spPr>
          <a:xfrm flipV="1">
            <a:off x="5408640" y="3493440"/>
            <a:ext cx="360" cy="12045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sp>
        <p:nvSpPr>
          <p:cNvPr id="518" name="TextBox 404"/>
          <p:cNvSpPr/>
          <p:nvPr/>
        </p:nvSpPr>
        <p:spPr>
          <a:xfrm>
            <a:off x="3495240" y="315504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 1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Switch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9" name="TextBox 406"/>
          <p:cNvSpPr/>
          <p:nvPr/>
        </p:nvSpPr>
        <p:spPr>
          <a:xfrm>
            <a:off x="3690720" y="463500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Competition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0" name="TextBox 407"/>
          <p:cNvSpPr/>
          <p:nvPr/>
        </p:nvSpPr>
        <p:spPr>
          <a:xfrm>
            <a:off x="5706360" y="4584960"/>
            <a:ext cx="862200" cy="5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Internet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Access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Cellular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1" name="TextBox 2"/>
          <p:cNvSpPr/>
          <p:nvPr/>
        </p:nvSpPr>
        <p:spPr>
          <a:xfrm>
            <a:off x="1371240" y="417600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2" name="Graphic 5" descr="Monitor with solid fill"/>
          <p:cNvPicPr/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/>
        </p:blipFill>
        <p:spPr>
          <a:xfrm>
            <a:off x="1623240" y="378000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23" name="TextBox 73"/>
          <p:cNvSpPr/>
          <p:nvPr/>
        </p:nvSpPr>
        <p:spPr>
          <a:xfrm>
            <a:off x="5652360" y="3852000"/>
            <a:ext cx="980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Phone/remote Scoreboards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4" name="TextBox 8"/>
          <p:cNvSpPr/>
          <p:nvPr/>
        </p:nvSpPr>
        <p:spPr>
          <a:xfrm>
            <a:off x="1371240" y="343296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25" name="Graphic 9" descr="Monitor with solid fill"/>
          <p:cNvPicPr/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/>
        </p:blipFill>
        <p:spPr>
          <a:xfrm>
            <a:off x="1623240" y="306000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26" name="Picture 2" descr="Cheapest Computer Chip Raspberry Pi!"/>
          <p:cNvPicPr/>
          <p:nvPr/>
        </p:nvPicPr>
        <p:blipFill>
          <a:blip r:embed="rId32"/>
          <a:stretch/>
        </p:blipFill>
        <p:spPr>
          <a:xfrm flipH="1">
            <a:off x="2676600" y="318096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27" name="Straight Arrow Connector 43"/>
          <p:cNvCxnSpPr/>
          <p:nvPr/>
        </p:nvCxnSpPr>
        <p:spPr>
          <a:xfrm flipH="1">
            <a:off x="2991240" y="32889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28" name="Straight Arrow Connector 44"/>
          <p:cNvCxnSpPr/>
          <p:nvPr/>
        </p:nvCxnSpPr>
        <p:spPr>
          <a:xfrm flipH="1">
            <a:off x="2127240" y="328428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529" name="TextBox 53"/>
          <p:cNvSpPr/>
          <p:nvPr/>
        </p:nvSpPr>
        <p:spPr>
          <a:xfrm>
            <a:off x="2169360" y="314100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30" name="Picture 2" descr="Cheapest Computer Chip Raspberry Pi!"/>
          <p:cNvPicPr/>
          <p:nvPr/>
        </p:nvPicPr>
        <p:blipFill>
          <a:blip r:embed="rId33"/>
          <a:stretch/>
        </p:blipFill>
        <p:spPr>
          <a:xfrm flipH="1">
            <a:off x="2660400" y="394812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31" name="Straight Arrow Connector 76"/>
          <p:cNvCxnSpPr/>
          <p:nvPr/>
        </p:nvCxnSpPr>
        <p:spPr>
          <a:xfrm flipH="1">
            <a:off x="2991600" y="405180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32" name="Straight Arrow Connector 78"/>
          <p:cNvCxnSpPr/>
          <p:nvPr/>
        </p:nvCxnSpPr>
        <p:spPr>
          <a:xfrm flipH="1">
            <a:off x="2111400" y="405180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533" name="TextBox 79"/>
          <p:cNvSpPr/>
          <p:nvPr/>
        </p:nvSpPr>
        <p:spPr>
          <a:xfrm>
            <a:off x="2153520" y="390816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34" name="Group 14"/>
          <p:cNvGrpSpPr/>
          <p:nvPr/>
        </p:nvGrpSpPr>
        <p:grpSpPr>
          <a:xfrm>
            <a:off x="2395800" y="5456160"/>
            <a:ext cx="735840" cy="534240"/>
            <a:chOff x="2395800" y="5456160"/>
            <a:chExt cx="735840" cy="534240"/>
          </a:xfrm>
        </p:grpSpPr>
        <p:sp>
          <p:nvSpPr>
            <p:cNvPr id="535" name="TextBox 3"/>
            <p:cNvSpPr/>
            <p:nvPr/>
          </p:nvSpPr>
          <p:spPr>
            <a:xfrm>
              <a:off x="2395800" y="5742720"/>
              <a:ext cx="73584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fr-CA" sz="1010" b="0" u="none" strike="noStrike">
                  <a:solidFill>
                    <a:schemeClr val="accent1"/>
                  </a:solidFill>
                  <a:effectLst/>
                  <a:uFillTx/>
                  <a:latin typeface="Calibri"/>
                </a:rPr>
                <a:t>OBS Video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6" name="Freeform: Shape 11"/>
            <p:cNvSpPr/>
            <p:nvPr/>
          </p:nvSpPr>
          <p:spPr>
            <a:xfrm>
              <a:off x="2587680" y="5456160"/>
              <a:ext cx="363960" cy="246240"/>
            </a:xfrm>
            <a:custGeom>
              <a:avLst/>
              <a:gdLst>
                <a:gd name="textAreaLeft" fmla="*/ 0 w 363960"/>
                <a:gd name="textAreaRight" fmla="*/ 364320 w 363960"/>
                <a:gd name="textAreaTop" fmla="*/ 0 h 246240"/>
                <a:gd name="textAreaBottom" fmla="*/ 246600 h 246240"/>
                <a:gd name="GluePoint1X" fmla="*/ 332184 w 364331"/>
                <a:gd name="GluePoint1Y" fmla="*/ 214313 h 246459"/>
                <a:gd name="GluePoint2X" fmla="*/ 32147 w 364331"/>
                <a:gd name="GluePoint2Y" fmla="*/ 214313 h 246459"/>
                <a:gd name="GluePoint3X" fmla="*/ 32147 w 364331"/>
                <a:gd name="GluePoint3Y" fmla="*/ 32147 h 246459"/>
                <a:gd name="GluePoint4X" fmla="*/ 332184 w 364331"/>
                <a:gd name="GluePoint4Y" fmla="*/ 32147 h 246459"/>
                <a:gd name="GluePoint5X" fmla="*/ 332184 w 364331"/>
                <a:gd name="GluePoint5Y" fmla="*/ 214313 h 246459"/>
                <a:gd name="GluePoint6X" fmla="*/ 364331 w 364331"/>
                <a:gd name="GluePoint6Y" fmla="*/ 21431 h 246459"/>
                <a:gd name="GluePoint7X" fmla="*/ 342900 w 364331"/>
                <a:gd name="GluePoint7Y" fmla="*/ 0 h 246459"/>
                <a:gd name="GluePoint8X" fmla="*/ 21431 w 364331"/>
                <a:gd name="GluePoint8Y" fmla="*/ 0 h 246459"/>
                <a:gd name="GluePoint9X" fmla="*/ 0 w 364331"/>
                <a:gd name="GluePoint9Y" fmla="*/ 21431 h 246459"/>
                <a:gd name="GluePoint10X" fmla="*/ 0 w 364331"/>
                <a:gd name="GluePoint10Y" fmla="*/ 246459 h 246459"/>
                <a:gd name="GluePoint11X" fmla="*/ 364331 w 364331"/>
                <a:gd name="GluePoint11Y" fmla="*/ 246459 h 246459"/>
                <a:gd name="GluePoint12X" fmla="*/ 364331 w 364331"/>
                <a:gd name="GluePoint12Y" fmla="*/ 21431 h 24645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</a:cxnLst>
              <a:rect l="textAreaLeft" t="textAreaTop" r="textAreaRight" b="textAreaBottom"/>
              <a:pathLst>
                <a:path w="364331" h="246459">
                  <a:moveTo>
                    <a:pt x="332184" y="214313"/>
                  </a:moveTo>
                  <a:lnTo>
                    <a:pt x="32147" y="214313"/>
                  </a:lnTo>
                  <a:lnTo>
                    <a:pt x="32147" y="32147"/>
                  </a:lnTo>
                  <a:lnTo>
                    <a:pt x="332184" y="32147"/>
                  </a:lnTo>
                  <a:lnTo>
                    <a:pt x="332184" y="214313"/>
                  </a:lnTo>
                  <a:close/>
                  <a:moveTo>
                    <a:pt x="364331" y="21431"/>
                  </a:moveTo>
                  <a:cubicBezTo>
                    <a:pt x="364331" y="9644"/>
                    <a:pt x="354687" y="0"/>
                    <a:pt x="342900" y="0"/>
                  </a:cubicBezTo>
                  <a:lnTo>
                    <a:pt x="21431" y="0"/>
                  </a:lnTo>
                  <a:cubicBezTo>
                    <a:pt x="9644" y="0"/>
                    <a:pt x="0" y="9644"/>
                    <a:pt x="0" y="21431"/>
                  </a:cubicBezTo>
                  <a:lnTo>
                    <a:pt x="0" y="246459"/>
                  </a:lnTo>
                  <a:lnTo>
                    <a:pt x="364331" y="246459"/>
                  </a:lnTo>
                  <a:lnTo>
                    <a:pt x="364331" y="21431"/>
                  </a:lnTo>
                  <a:close/>
                </a:path>
              </a:pathLst>
            </a:custGeom>
            <a:solidFill>
              <a:schemeClr val="bg1"/>
            </a:solidFill>
            <a:ln w="5358">
              <a:solidFill>
                <a:srgbClr val="4472C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537" name="Freeform: Shape 17"/>
            <p:cNvSpPr/>
            <p:nvPr/>
          </p:nvSpPr>
          <p:spPr>
            <a:xfrm>
              <a:off x="2523240" y="5741640"/>
              <a:ext cx="492480" cy="31680"/>
            </a:xfrm>
            <a:custGeom>
              <a:avLst/>
              <a:gdLst>
                <a:gd name="textAreaLeft" fmla="*/ 0 w 492480"/>
                <a:gd name="textAreaRight" fmla="*/ 492840 w 492480"/>
                <a:gd name="textAreaTop" fmla="*/ 0 h 31680"/>
                <a:gd name="textAreaBottom" fmla="*/ 32040 h 31680"/>
                <a:gd name="GluePoint1X" fmla="*/ 278606 w 492918"/>
                <a:gd name="GluePoint1Y" fmla="*/ 0 h 32146"/>
                <a:gd name="GluePoint2X" fmla="*/ 278606 w 492918"/>
                <a:gd name="GluePoint2Y" fmla="*/ 5358 h 32146"/>
                <a:gd name="GluePoint3X" fmla="*/ 273248 w 492918"/>
                <a:gd name="GluePoint3Y" fmla="*/ 10716 h 32146"/>
                <a:gd name="GluePoint4X" fmla="*/ 219670 w 492918"/>
                <a:gd name="GluePoint4Y" fmla="*/ 10716 h 32146"/>
                <a:gd name="GluePoint5X" fmla="*/ 214313 w 492918"/>
                <a:gd name="GluePoint5Y" fmla="*/ 5358 h 32146"/>
                <a:gd name="GluePoint6X" fmla="*/ 214313 w 492918"/>
                <a:gd name="GluePoint6Y" fmla="*/ 0 h 32146"/>
                <a:gd name="GluePoint7X" fmla="*/ 0 w 492918"/>
                <a:gd name="GluePoint7Y" fmla="*/ 0 h 32146"/>
                <a:gd name="GluePoint8X" fmla="*/ 0 w 492918"/>
                <a:gd name="GluePoint8Y" fmla="*/ 10716 h 32146"/>
                <a:gd name="GluePoint9X" fmla="*/ 21431 w 492918"/>
                <a:gd name="GluePoint9Y" fmla="*/ 32147 h 32146"/>
                <a:gd name="GluePoint10X" fmla="*/ 471488 w 492918"/>
                <a:gd name="GluePoint10Y" fmla="*/ 32147 h 32146"/>
                <a:gd name="GluePoint11X" fmla="*/ 492919 w 492918"/>
                <a:gd name="GluePoint11Y" fmla="*/ 10716 h 32146"/>
                <a:gd name="GluePoint12X" fmla="*/ 492919 w 492918"/>
                <a:gd name="GluePoint12Y" fmla="*/ 0 h 32146"/>
                <a:gd name="GluePoint13X" fmla="*/ 278606 w 492918"/>
                <a:gd name="GluePoint13Y" fmla="*/ 0 h 32146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</a:cxnLst>
              <a:rect l="textAreaLeft" t="textAreaTop" r="textAreaRight" b="textAreaBottom"/>
              <a:pathLst>
                <a:path w="492918" h="32146">
                  <a:moveTo>
                    <a:pt x="278606" y="0"/>
                  </a:moveTo>
                  <a:lnTo>
                    <a:pt x="278606" y="5358"/>
                  </a:lnTo>
                  <a:cubicBezTo>
                    <a:pt x="278606" y="8572"/>
                    <a:pt x="276463" y="10716"/>
                    <a:pt x="273248" y="10716"/>
                  </a:cubicBezTo>
                  <a:lnTo>
                    <a:pt x="219670" y="10716"/>
                  </a:lnTo>
                  <a:cubicBezTo>
                    <a:pt x="216456" y="10716"/>
                    <a:pt x="214313" y="8572"/>
                    <a:pt x="214313" y="5358"/>
                  </a:cubicBezTo>
                  <a:lnTo>
                    <a:pt x="214313" y="0"/>
                  </a:lnTo>
                  <a:lnTo>
                    <a:pt x="0" y="0"/>
                  </a:lnTo>
                  <a:lnTo>
                    <a:pt x="0" y="10716"/>
                  </a:lnTo>
                  <a:cubicBezTo>
                    <a:pt x="0" y="22503"/>
                    <a:pt x="9644" y="32147"/>
                    <a:pt x="21431" y="32147"/>
                  </a:cubicBezTo>
                  <a:lnTo>
                    <a:pt x="471488" y="32147"/>
                  </a:lnTo>
                  <a:cubicBezTo>
                    <a:pt x="483275" y="32147"/>
                    <a:pt x="492919" y="22503"/>
                    <a:pt x="492919" y="10716"/>
                  </a:cubicBezTo>
                  <a:lnTo>
                    <a:pt x="492919" y="0"/>
                  </a:lnTo>
                  <a:lnTo>
                    <a:pt x="278606" y="0"/>
                  </a:lnTo>
                  <a:close/>
                </a:path>
              </a:pathLst>
            </a:custGeom>
            <a:solidFill>
              <a:schemeClr val="bg1"/>
            </a:solidFill>
            <a:ln w="5358">
              <a:solidFill>
                <a:srgbClr val="4472C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2960" rIns="90000" bIns="-129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sp>
        <p:nvSpPr>
          <p:cNvPr id="538" name="TextBox 118"/>
          <p:cNvSpPr/>
          <p:nvPr/>
        </p:nvSpPr>
        <p:spPr>
          <a:xfrm>
            <a:off x="2309760" y="339120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Rpi400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9" name="TextBox 126"/>
          <p:cNvSpPr/>
          <p:nvPr/>
        </p:nvSpPr>
        <p:spPr>
          <a:xfrm>
            <a:off x="2306520" y="414000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Rpi400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40" name="Graphic 127" descr="Monitor with solid fill"/>
          <p:cNvPicPr/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/>
        </p:blipFill>
        <p:spPr>
          <a:xfrm>
            <a:off x="1591560" y="18248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41" name="Straight Arrow Connector 130"/>
          <p:cNvCxnSpPr>
            <a:endCxn id="540" idx="3"/>
          </p:cNvCxnSpPr>
          <p:nvPr/>
        </p:nvCxnSpPr>
        <p:spPr>
          <a:xfrm flipH="1">
            <a:off x="2054520" y="205272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542" name="TextBox 131"/>
          <p:cNvSpPr/>
          <p:nvPr/>
        </p:nvSpPr>
        <p:spPr>
          <a:xfrm>
            <a:off x="1340640" y="2202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43" name="Group 143"/>
          <p:cNvGrpSpPr/>
          <p:nvPr/>
        </p:nvGrpSpPr>
        <p:grpSpPr>
          <a:xfrm>
            <a:off x="845280" y="1175400"/>
            <a:ext cx="419040" cy="230400"/>
            <a:chOff x="845280" y="1175400"/>
            <a:chExt cx="419040" cy="230400"/>
          </a:xfrm>
        </p:grpSpPr>
        <p:sp>
          <p:nvSpPr>
            <p:cNvPr id="544" name="Rectangle 159"/>
            <p:cNvSpPr/>
            <p:nvPr/>
          </p:nvSpPr>
          <p:spPr>
            <a:xfrm>
              <a:off x="924120" y="123480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498" name="TextBox 142"/>
            <p:cNvSpPr/>
            <p:nvPr/>
          </p:nvSpPr>
          <p:spPr>
            <a:xfrm>
              <a:off x="845280" y="1175400"/>
              <a:ext cx="419040" cy="23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CA" sz="900" b="0" u="none" strike="noStrike">
                  <a:solidFill>
                    <a:schemeClr val="accent6">
                      <a:lumMod val="40000"/>
                      <a:lumOff val="60000"/>
                    </a:schemeClr>
                  </a:solidFill>
                  <a:effectLst/>
                  <a:uFillTx/>
                  <a:latin typeface="Webdings"/>
                </a:rPr>
                <a:t>4</a:t>
              </a:r>
              <a:r>
                <a:rPr lang="en-CA" sz="900" b="0" u="none" strike="noStrike">
                  <a:solidFill>
                    <a:srgbClr val="FF0000"/>
                  </a:solidFill>
                  <a:effectLst/>
                  <a:uFillTx/>
                  <a:latin typeface="Webdings"/>
                </a:rPr>
                <a:t>&lt;</a:t>
              </a:r>
              <a:endParaRPr lang="en-CA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5" name="TextBox 151"/>
          <p:cNvSpPr/>
          <p:nvPr/>
        </p:nvSpPr>
        <p:spPr>
          <a:xfrm>
            <a:off x="2169000" y="190368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46" name="Straight Arrow Connector 16"/>
          <p:cNvCxnSpPr/>
          <p:nvPr/>
        </p:nvCxnSpPr>
        <p:spPr>
          <a:xfrm flipH="1">
            <a:off x="2994120" y="561600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pic>
        <p:nvPicPr>
          <p:cNvPr id="547" name="Graphic 34"/>
          <p:cNvPicPr/>
          <p:nvPr/>
        </p:nvPicPr>
        <p:blipFill>
          <a:blip r:embed="rId36"/>
          <a:srcRect l="0" t="19756" r="0" b="39177"/>
          <a:stretch/>
        </p:blipFill>
        <p:spPr>
          <a:xfrm>
            <a:off x="3349440" y="756000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48" name="Straight Connector 49"/>
          <p:cNvCxnSpPr/>
          <p:nvPr/>
        </p:nvCxnSpPr>
        <p:spPr>
          <a:xfrm>
            <a:off x="3429000" y="7117200"/>
            <a:ext cx="360" cy="1091520"/>
          </a:xfrm>
          <a:prstGeom prst="straightConnector1">
            <a:avLst/>
          </a:prstGeom>
          <a:ln w="15875">
            <a:solidFill>
              <a:srgbClr val="ED7D31"/>
            </a:solidFill>
          </a:ln>
        </p:spPr>
      </p:cxnSp>
      <p:cxnSp>
        <p:nvCxnSpPr>
          <p:cNvPr id="549" name="Straight Arrow Connector 50"/>
          <p:cNvCxnSpPr/>
          <p:nvPr/>
        </p:nvCxnSpPr>
        <p:spPr>
          <a:xfrm flipH="1">
            <a:off x="2888640" y="711720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50" name="Straight Arrow Connector 51"/>
          <p:cNvCxnSpPr/>
          <p:nvPr/>
        </p:nvCxnSpPr>
        <p:spPr>
          <a:xfrm flipH="1">
            <a:off x="2902320" y="736920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51" name="Straight Arrow Connector 52"/>
          <p:cNvCxnSpPr/>
          <p:nvPr/>
        </p:nvCxnSpPr>
        <p:spPr>
          <a:xfrm flipH="1">
            <a:off x="2902320" y="765720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52" name="Straight Arrow Connector 54"/>
          <p:cNvCxnSpPr/>
          <p:nvPr/>
        </p:nvCxnSpPr>
        <p:spPr>
          <a:xfrm flipH="1">
            <a:off x="2902320" y="78843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53" name="Straight Arrow Connector 55"/>
          <p:cNvCxnSpPr/>
          <p:nvPr/>
        </p:nvCxnSpPr>
        <p:spPr>
          <a:xfrm flipH="1">
            <a:off x="2902320" y="82083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sp>
        <p:nvSpPr>
          <p:cNvPr id="516" name="TextBox 56"/>
          <p:cNvSpPr/>
          <p:nvPr/>
        </p:nvSpPr>
        <p:spPr>
          <a:xfrm>
            <a:off x="3357000" y="733356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 2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Switch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TextBox 57"/>
          <p:cNvSpPr/>
          <p:nvPr/>
        </p:nvSpPr>
        <p:spPr>
          <a:xfrm>
            <a:off x="1941120" y="7534440"/>
            <a:ext cx="938880" cy="5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Extra platforms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are identical to Platform 1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TextBox 71"/>
          <p:cNvSpPr/>
          <p:nvPr/>
        </p:nvSpPr>
        <p:spPr>
          <a:xfrm>
            <a:off x="3645000" y="5671440"/>
            <a:ext cx="5868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56" name="Graphic 77" descr="Laptop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694680" y="533520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57" name="Graphic 6" descr="Server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479920" y="2897280"/>
            <a:ext cx="560880" cy="50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58" name="Graphic 45" descr="Cloud"/>
          <p:cNvSpPr/>
          <p:nvPr/>
        </p:nvSpPr>
        <p:spPr>
          <a:xfrm>
            <a:off x="5187240" y="2735640"/>
            <a:ext cx="1438560" cy="865440"/>
          </a:xfrm>
          <a:custGeom>
            <a:avLst/>
            <a:gdLst>
              <a:gd name="textAreaLeft" fmla="*/ 0 w 1438560"/>
              <a:gd name="textAreaRight" fmla="*/ 1438920 w 1438560"/>
              <a:gd name="textAreaTop" fmla="*/ 0 h 865440"/>
              <a:gd name="textAreaBottom" fmla="*/ 865800 h 86544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59" name="TextBox 140"/>
          <p:cNvSpPr/>
          <p:nvPr/>
        </p:nvSpPr>
        <p:spPr>
          <a:xfrm>
            <a:off x="5293800" y="3309840"/>
            <a:ext cx="12747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Publicresults fly.dev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60" name="Connector: Curved 15"/>
          <p:cNvCxnSpPr>
            <a:stCxn id="557" idx="3"/>
            <a:endCxn id="561" idx="0"/>
          </p:cNvCxnSpPr>
          <p:nvPr/>
        </p:nvCxnSpPr>
        <p:spPr>
          <a:xfrm rot="5400000">
            <a:off x="5499360" y="3331440"/>
            <a:ext cx="721440" cy="361440"/>
          </a:xfrm>
          <a:prstGeom prst="curvedConnector4">
            <a:avLst>
              <a:gd name="adj1" fmla="val 33849"/>
              <a:gd name="adj2" fmla="val 50049"/>
            </a:avLst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pic>
        <p:nvPicPr>
          <p:cNvPr id="562" name="Graphic 91" descr="Smart Phone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5551560" y="38725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3" name="Graphic 268"/>
          <p:cNvPicPr/>
          <p:nvPr/>
        </p:nvPicPr>
        <p:blipFill>
          <a:blip r:embed="rId7"/>
          <a:srcRect l="0" t="19756" r="0" b="39177"/>
          <a:stretch/>
        </p:blipFill>
        <p:spPr>
          <a:xfrm>
            <a:off x="4368600" y="463248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64" name="Graphic 298"/>
          <p:cNvPicPr/>
          <p:nvPr/>
        </p:nvPicPr>
        <p:blipFill>
          <a:blip r:embed="rId8"/>
          <a:srcRect l="0" t="19756" r="0" b="39177"/>
          <a:stretch/>
        </p:blipFill>
        <p:spPr>
          <a:xfrm>
            <a:off x="3468600" y="337284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65" name="Straight Arrow Connector 336"/>
          <p:cNvCxnSpPr/>
          <p:nvPr/>
        </p:nvCxnSpPr>
        <p:spPr>
          <a:xfrm flipH="1">
            <a:off x="4110480" y="5592240"/>
            <a:ext cx="320400" cy="360"/>
          </a:xfrm>
          <a:prstGeom prst="straightConnector1">
            <a:avLst/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pic>
        <p:nvPicPr>
          <p:cNvPr id="566" name="Graphic 351"/>
          <p:cNvPicPr/>
          <p:nvPr/>
        </p:nvPicPr>
        <p:blipFill>
          <a:blip r:embed="rId9"/>
          <a:srcRect l="0" t="19756" r="0" b="39177"/>
          <a:stretch/>
        </p:blipFill>
        <p:spPr>
          <a:xfrm>
            <a:off x="5205600" y="463680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67" name="Straight Arrow Connector 352"/>
          <p:cNvCxnSpPr/>
          <p:nvPr/>
        </p:nvCxnSpPr>
        <p:spPr>
          <a:xfrm flipH="1">
            <a:off x="4980240" y="4777920"/>
            <a:ext cx="320400" cy="360"/>
          </a:xfrm>
          <a:prstGeom prst="straightConnector1">
            <a:avLst/>
          </a:prstGeom>
          <a:ln w="1270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568" name="Graphic 45" descr="Cloud"/>
          <p:cNvSpPr/>
          <p:nvPr/>
        </p:nvSpPr>
        <p:spPr>
          <a:xfrm>
            <a:off x="5192280" y="5171040"/>
            <a:ext cx="1438560" cy="865440"/>
          </a:xfrm>
          <a:custGeom>
            <a:avLst/>
            <a:gdLst>
              <a:gd name="textAreaLeft" fmla="*/ 0 w 1438560"/>
              <a:gd name="textAreaRight" fmla="*/ 1438920 w 1438560"/>
              <a:gd name="textAreaTop" fmla="*/ 0 h 865440"/>
              <a:gd name="textAreaBottom" fmla="*/ 865800 h 86544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9" name="TextBox 354"/>
          <p:cNvSpPr/>
          <p:nvPr/>
        </p:nvSpPr>
        <p:spPr>
          <a:xfrm>
            <a:off x="5409000" y="5501520"/>
            <a:ext cx="938880" cy="403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Facebook Live Streaming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0" name="Connector: Elbow 356"/>
          <p:cNvCxnSpPr>
            <a:endCxn id="569" idx="1"/>
          </p:cNvCxnSpPr>
          <p:nvPr/>
        </p:nvCxnSpPr>
        <p:spPr>
          <a:xfrm flipH="1" rot="16200000">
            <a:off x="4967640" y="5262120"/>
            <a:ext cx="882360" cy="720"/>
          </a:xfrm>
          <a:prstGeom prst="bentConnector2">
            <a:avLst/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cxnSp>
        <p:nvCxnSpPr>
          <p:cNvPr id="571" name="Connector: Elbow 385"/>
          <p:cNvCxnSpPr>
            <a:stCxn id="572" idx="3"/>
            <a:endCxn id="564" idx="3"/>
          </p:cNvCxnSpPr>
          <p:nvPr/>
        </p:nvCxnSpPr>
        <p:spPr>
          <a:xfrm flipV="1" rot="16200000">
            <a:off x="2195280" y="5502600"/>
            <a:ext cx="3974040" cy="6120"/>
          </a:xfrm>
          <a:prstGeom prst="bentConnector3">
            <a:avLst>
              <a:gd name="adj1" fmla="val 0"/>
            </a:avLst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573" name="Straight Arrow Connector 403"/>
          <p:cNvCxnSpPr/>
          <p:nvPr/>
        </p:nvCxnSpPr>
        <p:spPr>
          <a:xfrm flipV="1">
            <a:off x="5408640" y="3493440"/>
            <a:ext cx="360" cy="12045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sp>
        <p:nvSpPr>
          <p:cNvPr id="574" name="TextBox 404"/>
          <p:cNvSpPr/>
          <p:nvPr/>
        </p:nvSpPr>
        <p:spPr>
          <a:xfrm>
            <a:off x="3495240" y="315504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 1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Switch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TextBox 406"/>
          <p:cNvSpPr/>
          <p:nvPr/>
        </p:nvSpPr>
        <p:spPr>
          <a:xfrm>
            <a:off x="3690720" y="463500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Competition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TextBox 407"/>
          <p:cNvSpPr/>
          <p:nvPr/>
        </p:nvSpPr>
        <p:spPr>
          <a:xfrm>
            <a:off x="5706360" y="458496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Internet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Access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TextBox 73"/>
          <p:cNvSpPr/>
          <p:nvPr/>
        </p:nvSpPr>
        <p:spPr>
          <a:xfrm>
            <a:off x="5652360" y="3852000"/>
            <a:ext cx="980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Phone/remote Scoreboards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578" name="Straight Arrow Connector 21"/>
          <p:cNvCxnSpPr>
            <a:stCxn id="555" idx="2"/>
            <a:endCxn id="579" idx="31"/>
          </p:cNvCxnSpPr>
          <p:nvPr/>
        </p:nvCxnSpPr>
        <p:spPr>
          <a:xfrm flipH="1">
            <a:off x="3936960" y="5919120"/>
            <a:ext cx="1800" cy="201240"/>
          </a:xfrm>
          <a:prstGeom prst="straightConnector1">
            <a:avLst/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pic>
        <p:nvPicPr>
          <p:cNvPr id="580" name="Graphic 34"/>
          <p:cNvPicPr/>
          <p:nvPr/>
        </p:nvPicPr>
        <p:blipFill>
          <a:blip r:embed="rId10"/>
          <a:srcRect l="0" t="19756" r="0" b="39177"/>
          <a:stretch/>
        </p:blipFill>
        <p:spPr>
          <a:xfrm>
            <a:off x="3349440" y="756000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581" name="Straight Connector 49"/>
          <p:cNvCxnSpPr/>
          <p:nvPr/>
        </p:nvCxnSpPr>
        <p:spPr>
          <a:xfrm>
            <a:off x="3429000" y="7117200"/>
            <a:ext cx="360" cy="1091520"/>
          </a:xfrm>
          <a:prstGeom prst="straightConnector1">
            <a:avLst/>
          </a:prstGeom>
          <a:ln w="15875">
            <a:solidFill>
              <a:srgbClr val="ED7D31"/>
            </a:solidFill>
          </a:ln>
        </p:spPr>
      </p:cxnSp>
      <p:cxnSp>
        <p:nvCxnSpPr>
          <p:cNvPr id="582" name="Straight Arrow Connector 50"/>
          <p:cNvCxnSpPr/>
          <p:nvPr/>
        </p:nvCxnSpPr>
        <p:spPr>
          <a:xfrm flipH="1">
            <a:off x="2888640" y="711720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83" name="Straight Arrow Connector 51"/>
          <p:cNvCxnSpPr/>
          <p:nvPr/>
        </p:nvCxnSpPr>
        <p:spPr>
          <a:xfrm flipH="1">
            <a:off x="2902320" y="736920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84" name="Straight Arrow Connector 52"/>
          <p:cNvCxnSpPr/>
          <p:nvPr/>
        </p:nvCxnSpPr>
        <p:spPr>
          <a:xfrm flipH="1">
            <a:off x="2902320" y="765720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85" name="Straight Arrow Connector 54"/>
          <p:cNvCxnSpPr/>
          <p:nvPr/>
        </p:nvCxnSpPr>
        <p:spPr>
          <a:xfrm flipH="1">
            <a:off x="2902320" y="78843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586" name="Straight Arrow Connector 55"/>
          <p:cNvCxnSpPr/>
          <p:nvPr/>
        </p:nvCxnSpPr>
        <p:spPr>
          <a:xfrm flipH="1">
            <a:off x="2902320" y="82083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sp>
        <p:nvSpPr>
          <p:cNvPr id="572" name="TextBox 56"/>
          <p:cNvSpPr/>
          <p:nvPr/>
        </p:nvSpPr>
        <p:spPr>
          <a:xfrm>
            <a:off x="3357000" y="733356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 2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Switch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7" name="TextBox 57"/>
          <p:cNvSpPr/>
          <p:nvPr/>
        </p:nvSpPr>
        <p:spPr>
          <a:xfrm>
            <a:off x="1941120" y="753444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Identical to Platform 1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8" name="Title 152"/>
          <p:cNvSpPr/>
          <p:nvPr/>
        </p:nvSpPr>
        <p:spPr>
          <a:xfrm>
            <a:off x="471600" y="486720"/>
            <a:ext cx="59148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685800">
              <a:lnSpc>
                <a:spcPct val="90000"/>
              </a:lnSpc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Fully-Compliant Setup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589" name="Group 1"/>
          <p:cNvGrpSpPr/>
          <p:nvPr/>
        </p:nvGrpSpPr>
        <p:grpSpPr>
          <a:xfrm>
            <a:off x="2385720" y="1351080"/>
            <a:ext cx="767880" cy="547200"/>
            <a:chOff x="2385720" y="1351080"/>
            <a:chExt cx="767880" cy="547200"/>
          </a:xfrm>
        </p:grpSpPr>
        <p:pic>
          <p:nvPicPr>
            <p:cNvPr id="590" name="Graphic 4" descr="Laptop"/>
            <p:cNvPicPr/>
            <p:nvPr/>
          </p:nvPicPr>
          <p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/>
          </p:blipFill>
          <p:spPr>
            <a:xfrm>
              <a:off x="2551320" y="135108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91" name="TextBox 7"/>
            <p:cNvSpPr/>
            <p:nvPr/>
          </p:nvSpPr>
          <p:spPr>
            <a:xfrm>
              <a:off x="2385720" y="1650600"/>
              <a:ext cx="76788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Announcer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2" name="Group 12"/>
          <p:cNvGrpSpPr/>
          <p:nvPr/>
        </p:nvGrpSpPr>
        <p:grpSpPr>
          <a:xfrm>
            <a:off x="2462040" y="2087640"/>
            <a:ext cx="615600" cy="572040"/>
            <a:chOff x="2462040" y="2087640"/>
            <a:chExt cx="615600" cy="572040"/>
          </a:xfrm>
        </p:grpSpPr>
        <p:sp>
          <p:nvSpPr>
            <p:cNvPr id="593" name="TextBox 13"/>
            <p:cNvSpPr/>
            <p:nvPr/>
          </p:nvSpPr>
          <p:spPr>
            <a:xfrm>
              <a:off x="2462040" y="2412000"/>
              <a:ext cx="61560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Marshal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594" name="Graphic 20" descr="Laptop"/>
            <p:cNvPicPr/>
            <p:nvPr/>
          </p:nvPicPr>
          <p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/>
          </p:blipFill>
          <p:spPr>
            <a:xfrm>
              <a:off x="2551320" y="208764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595" name="Group 30"/>
          <p:cNvGrpSpPr/>
          <p:nvPr/>
        </p:nvGrpSpPr>
        <p:grpSpPr>
          <a:xfrm>
            <a:off x="2156760" y="2743920"/>
            <a:ext cx="1242360" cy="561240"/>
            <a:chOff x="2156760" y="2743920"/>
            <a:chExt cx="1242360" cy="561240"/>
          </a:xfrm>
        </p:grpSpPr>
        <p:pic>
          <p:nvPicPr>
            <p:cNvPr id="596" name="Graphic 32" descr="Laptop"/>
            <p:cNvPicPr/>
            <p:nvPr/>
          </p:nvPicPr>
          <p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/>
          </p:blipFill>
          <p:spPr>
            <a:xfrm>
              <a:off x="2551320" y="274392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597" name="TextBox 33"/>
            <p:cNvSpPr/>
            <p:nvPr/>
          </p:nvSpPr>
          <p:spPr>
            <a:xfrm>
              <a:off x="2156760" y="3057480"/>
              <a:ext cx="124236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fr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Athlete-facing Clock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98" name="Group 35"/>
          <p:cNvGrpSpPr/>
          <p:nvPr/>
        </p:nvGrpSpPr>
        <p:grpSpPr>
          <a:xfrm>
            <a:off x="2551320" y="3530880"/>
            <a:ext cx="437040" cy="585720"/>
            <a:chOff x="2551320" y="3530880"/>
            <a:chExt cx="437040" cy="585720"/>
          </a:xfrm>
        </p:grpSpPr>
        <p:pic>
          <p:nvPicPr>
            <p:cNvPr id="599" name="Graphic 36" descr="Laptop"/>
            <p:cNvPicPr/>
            <p:nvPr/>
          </p:nvPicPr>
          <p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/>
          </p:blipFill>
          <p:spPr>
            <a:xfrm>
              <a:off x="2551320" y="353088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00" name="TextBox 37"/>
            <p:cNvSpPr/>
            <p:nvPr/>
          </p:nvSpPr>
          <p:spPr>
            <a:xfrm>
              <a:off x="2570040" y="3868920"/>
              <a:ext cx="39924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Jury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01" name="Group 38"/>
          <p:cNvGrpSpPr/>
          <p:nvPr/>
        </p:nvGrpSpPr>
        <p:grpSpPr>
          <a:xfrm>
            <a:off x="443880" y="2735640"/>
            <a:ext cx="231480" cy="118440"/>
            <a:chOff x="443880" y="2735640"/>
            <a:chExt cx="231480" cy="118440"/>
          </a:xfrm>
        </p:grpSpPr>
        <p:sp>
          <p:nvSpPr>
            <p:cNvPr id="602" name="Rectangle 39"/>
            <p:cNvSpPr/>
            <p:nvPr/>
          </p:nvSpPr>
          <p:spPr>
            <a:xfrm>
              <a:off x="443880" y="273852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603" name="Graphic 40" descr="Close with solid fill"/>
            <p:cNvPicPr/>
            <p:nvPr/>
          </p:nvPicPr>
          <p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/>
          </p:blipFill>
          <p:spPr>
            <a:xfrm>
              <a:off x="552960" y="273852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4" name="Graphic 42" descr="Checkmark with solid fill"/>
            <p:cNvPicPr/>
            <p:nvPr/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/>
          </p:blipFill>
          <p:spPr>
            <a:xfrm>
              <a:off x="461520" y="27356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05" name="Group 45"/>
          <p:cNvGrpSpPr/>
          <p:nvPr/>
        </p:nvGrpSpPr>
        <p:grpSpPr>
          <a:xfrm>
            <a:off x="443880" y="2888280"/>
            <a:ext cx="231480" cy="118080"/>
            <a:chOff x="443880" y="2888280"/>
            <a:chExt cx="231480" cy="118080"/>
          </a:xfrm>
        </p:grpSpPr>
        <p:sp>
          <p:nvSpPr>
            <p:cNvPr id="606" name="Rectangle 47"/>
            <p:cNvSpPr/>
            <p:nvPr/>
          </p:nvSpPr>
          <p:spPr>
            <a:xfrm>
              <a:off x="443880" y="289080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607" name="Graphic 48" descr="Close with solid fill"/>
            <p:cNvPicPr/>
            <p:nvPr/>
          </p:nvPicPr>
          <p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/>
          </p:blipFill>
          <p:spPr>
            <a:xfrm>
              <a:off x="552960" y="289080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08" name="Graphic 58" descr="Checkmark with solid fill"/>
            <p:cNvPicPr/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/>
          </p:blipFill>
          <p:spPr>
            <a:xfrm>
              <a:off x="461520" y="28882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09" name="Group 59"/>
          <p:cNvGrpSpPr/>
          <p:nvPr/>
        </p:nvGrpSpPr>
        <p:grpSpPr>
          <a:xfrm>
            <a:off x="443880" y="3040560"/>
            <a:ext cx="231480" cy="118080"/>
            <a:chOff x="443880" y="3040560"/>
            <a:chExt cx="231480" cy="118080"/>
          </a:xfrm>
        </p:grpSpPr>
        <p:sp>
          <p:nvSpPr>
            <p:cNvPr id="610" name="Rectangle 60"/>
            <p:cNvSpPr/>
            <p:nvPr/>
          </p:nvSpPr>
          <p:spPr>
            <a:xfrm>
              <a:off x="443880" y="304308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611" name="Graphic 63" descr="Close with solid fill"/>
            <p:cNvPicPr/>
            <p:nvPr/>
          </p:nvPicPr>
          <p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/>
          </p:blipFill>
          <p:spPr>
            <a:xfrm>
              <a:off x="552960" y="30430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2" name="Graphic 65" descr="Checkmark with solid fill"/>
            <p:cNvPicPr/>
            <p:nvPr/>
          </p:nvPicPr>
          <p:blipFill>
            <a:blip r:embed="rId29">
              <a:extLs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/>
          </p:blipFill>
          <p:spPr>
            <a:xfrm>
              <a:off x="461520" y="304056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13" name="Rectangle 67"/>
          <p:cNvSpPr/>
          <p:nvPr/>
        </p:nvSpPr>
        <p:spPr>
          <a:xfrm>
            <a:off x="942120" y="2875320"/>
            <a:ext cx="152280" cy="1836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14" name="Rectangle 69"/>
          <p:cNvSpPr/>
          <p:nvPr/>
        </p:nvSpPr>
        <p:spPr>
          <a:xfrm>
            <a:off x="847800" y="3646440"/>
            <a:ext cx="340920" cy="219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615" name="Group 72"/>
          <p:cNvGrpSpPr/>
          <p:nvPr/>
        </p:nvGrpSpPr>
        <p:grpSpPr>
          <a:xfrm>
            <a:off x="429480" y="3529440"/>
            <a:ext cx="231480" cy="118440"/>
            <a:chOff x="429480" y="3529440"/>
            <a:chExt cx="231480" cy="118440"/>
          </a:xfrm>
        </p:grpSpPr>
        <p:sp>
          <p:nvSpPr>
            <p:cNvPr id="616" name="Rectangle 81"/>
            <p:cNvSpPr/>
            <p:nvPr/>
          </p:nvSpPr>
          <p:spPr>
            <a:xfrm>
              <a:off x="429480" y="353232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617" name="Graphic 82" descr="Close with solid fill"/>
            <p:cNvPicPr/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tretch/>
          </p:blipFill>
          <p:spPr>
            <a:xfrm>
              <a:off x="538920" y="353232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18" name="Graphic 83" descr="Checkmark with solid fill"/>
            <p:cNvPicPr/>
            <p:nvPr/>
          </p:nvPicPr>
          <p:blipFill>
            <a:blip r:embed="rId33">
              <a:extLst>
                <a:ext uri="{96DAC541-7B7A-43D3-8B79-37D633B846F1}">
                  <asvg:svgBlip xmlns:asvg="http://schemas.microsoft.com/office/drawing/2016/SVG/main" r:embed="rId34"/>
                </a:ext>
              </a:extLst>
            </a:blip>
            <a:stretch/>
          </p:blipFill>
          <p:spPr>
            <a:xfrm>
              <a:off x="447480" y="35294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19" name="Group 85"/>
          <p:cNvGrpSpPr/>
          <p:nvPr/>
        </p:nvGrpSpPr>
        <p:grpSpPr>
          <a:xfrm>
            <a:off x="429480" y="3682080"/>
            <a:ext cx="231480" cy="118080"/>
            <a:chOff x="429480" y="3682080"/>
            <a:chExt cx="231480" cy="118080"/>
          </a:xfrm>
        </p:grpSpPr>
        <p:sp>
          <p:nvSpPr>
            <p:cNvPr id="620" name="Rectangle 86"/>
            <p:cNvSpPr/>
            <p:nvPr/>
          </p:nvSpPr>
          <p:spPr>
            <a:xfrm>
              <a:off x="429480" y="368460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621" name="Graphic 87" descr="Close with solid fill"/>
            <p:cNvPicPr/>
            <p:nvPr/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tretch/>
          </p:blipFill>
          <p:spPr>
            <a:xfrm>
              <a:off x="538920" y="368460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2" name="Graphic 89" descr="Checkmark with solid fill"/>
            <p:cNvPicPr/>
            <p:nvPr/>
          </p:nvPicPr>
          <p:blipFill>
            <a:blip r:embed="rId37">
              <a:extLst>
                <a:ext uri="{96DAC541-7B7A-43D3-8B79-37D633B846F1}">
                  <asvg:svgBlip xmlns:asvg="http://schemas.microsoft.com/office/drawing/2016/SVG/main" r:embed="rId38"/>
                </a:ext>
              </a:extLst>
            </a:blip>
            <a:stretch/>
          </p:blipFill>
          <p:spPr>
            <a:xfrm>
              <a:off x="447480" y="36820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23" name="Group 90"/>
          <p:cNvGrpSpPr/>
          <p:nvPr/>
        </p:nvGrpSpPr>
        <p:grpSpPr>
          <a:xfrm>
            <a:off x="429480" y="3834360"/>
            <a:ext cx="231480" cy="118080"/>
            <a:chOff x="429480" y="3834360"/>
            <a:chExt cx="231480" cy="118080"/>
          </a:xfrm>
        </p:grpSpPr>
        <p:sp>
          <p:nvSpPr>
            <p:cNvPr id="624" name="Rectangle 92"/>
            <p:cNvSpPr/>
            <p:nvPr/>
          </p:nvSpPr>
          <p:spPr>
            <a:xfrm>
              <a:off x="429480" y="383688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625" name="Graphic 93" descr="Close with solid fill"/>
            <p:cNvPicPr/>
            <p:nvPr/>
          </p:nvPicPr>
          <p:blipFill>
            <a:blip r:embed="rId39">
              <a:extLst>
                <a:ext uri="{96DAC541-7B7A-43D3-8B79-37D633B846F1}">
                  <asvg:svgBlip xmlns:asvg="http://schemas.microsoft.com/office/drawing/2016/SVG/main" r:embed="rId40"/>
                </a:ext>
              </a:extLst>
            </a:blip>
            <a:stretch/>
          </p:blipFill>
          <p:spPr>
            <a:xfrm>
              <a:off x="538920" y="38368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626" name="Graphic 94" descr="Checkmark with solid fill"/>
            <p:cNvPicPr/>
            <p:nvPr/>
          </p:nvPicPr>
          <p:blipFill>
            <a:blip r:embed="rId41">
              <a:extLst>
                <a:ext uri="{96DAC541-7B7A-43D3-8B79-37D633B846F1}">
                  <asvg:svgBlip xmlns:asvg="http://schemas.microsoft.com/office/drawing/2016/SVG/main" r:embed="rId42"/>
                </a:ext>
              </a:extLst>
            </a:blip>
            <a:stretch/>
          </p:blipFill>
          <p:spPr>
            <a:xfrm>
              <a:off x="447480" y="383436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627" name="TextBox 95"/>
          <p:cNvSpPr/>
          <p:nvPr/>
        </p:nvSpPr>
        <p:spPr>
          <a:xfrm>
            <a:off x="782640" y="3903120"/>
            <a:ext cx="469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Jury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8" name="TextBox 98"/>
          <p:cNvSpPr/>
          <p:nvPr/>
        </p:nvSpPr>
        <p:spPr>
          <a:xfrm>
            <a:off x="709560" y="3052440"/>
            <a:ext cx="6156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Referee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 +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Down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29" name="Connector: Elbow 99"/>
          <p:cNvCxnSpPr>
            <a:stCxn id="630" idx="3"/>
            <a:endCxn id="590" idx="1"/>
          </p:cNvCxnSpPr>
          <p:nvPr/>
        </p:nvCxnSpPr>
        <p:spPr>
          <a:xfrm>
            <a:off x="1264320" y="1578600"/>
            <a:ext cx="1287360" cy="720"/>
          </a:xfrm>
          <a:prstGeom prst="bentConnector3">
            <a:avLst>
              <a:gd name="adj1" fmla="val 50013"/>
            </a:avLst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631" name="Straight Arrow Connector 100"/>
          <p:cNvCxnSpPr>
            <a:stCxn id="596" idx="1"/>
            <a:endCxn id="613" idx="3"/>
          </p:cNvCxnSpPr>
          <p:nvPr/>
        </p:nvCxnSpPr>
        <p:spPr>
          <a:xfrm flipH="1" flipV="1">
            <a:off x="1094400" y="2967120"/>
            <a:ext cx="1457280" cy="504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632" name="Straight Arrow Connector 101"/>
          <p:cNvCxnSpPr>
            <a:stCxn id="599" idx="1"/>
            <a:endCxn id="614" idx="3"/>
          </p:cNvCxnSpPr>
          <p:nvPr/>
        </p:nvCxnSpPr>
        <p:spPr>
          <a:xfrm flipH="1" flipV="1">
            <a:off x="1188720" y="3756600"/>
            <a:ext cx="1362960" cy="252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633" name="TextBox 102"/>
          <p:cNvSpPr/>
          <p:nvPr/>
        </p:nvSpPr>
        <p:spPr>
          <a:xfrm>
            <a:off x="2139840" y="140364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4" name="TextBox 104"/>
          <p:cNvSpPr/>
          <p:nvPr/>
        </p:nvSpPr>
        <p:spPr>
          <a:xfrm>
            <a:off x="2161800" y="280548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5" name="TextBox 105"/>
          <p:cNvSpPr/>
          <p:nvPr/>
        </p:nvSpPr>
        <p:spPr>
          <a:xfrm>
            <a:off x="2161800" y="359172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36" name="Straight Connector 106"/>
          <p:cNvCxnSpPr/>
          <p:nvPr/>
        </p:nvCxnSpPr>
        <p:spPr>
          <a:xfrm>
            <a:off x="3531240" y="1578960"/>
            <a:ext cx="360" cy="4266360"/>
          </a:xfrm>
          <a:prstGeom prst="straightConnector1">
            <a:avLst/>
          </a:prstGeom>
          <a:ln w="15875">
            <a:solidFill>
              <a:srgbClr val="ED7D31"/>
            </a:solidFill>
          </a:ln>
        </p:spPr>
      </p:cxnSp>
      <p:cxnSp>
        <p:nvCxnSpPr>
          <p:cNvPr id="637" name="Straight Arrow Connector 107"/>
          <p:cNvCxnSpPr>
            <a:endCxn id="590" idx="3"/>
          </p:cNvCxnSpPr>
          <p:nvPr/>
        </p:nvCxnSpPr>
        <p:spPr>
          <a:xfrm flipH="1">
            <a:off x="2988360" y="15789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638" name="Straight Arrow Connector 108"/>
          <p:cNvCxnSpPr/>
          <p:nvPr/>
        </p:nvCxnSpPr>
        <p:spPr>
          <a:xfrm flipH="1">
            <a:off x="2988360" y="297972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639" name="Straight Arrow Connector 109"/>
          <p:cNvCxnSpPr/>
          <p:nvPr/>
        </p:nvCxnSpPr>
        <p:spPr>
          <a:xfrm flipH="1">
            <a:off x="2988360" y="376920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640" name="Straight Arrow Connector 110"/>
          <p:cNvCxnSpPr/>
          <p:nvPr/>
        </p:nvCxnSpPr>
        <p:spPr>
          <a:xfrm flipH="1">
            <a:off x="2988360" y="230364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sp>
        <p:nvSpPr>
          <p:cNvPr id="641" name="TextBox 111"/>
          <p:cNvSpPr/>
          <p:nvPr/>
        </p:nvSpPr>
        <p:spPr>
          <a:xfrm>
            <a:off x="613800" y="161964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Timekeeper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2" name="TextBox 113"/>
          <p:cNvSpPr/>
          <p:nvPr/>
        </p:nvSpPr>
        <p:spPr>
          <a:xfrm>
            <a:off x="1371240" y="525600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3" name="Graphic 115" descr="Monitor with solid fill"/>
          <p:cNvPicPr/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tretch/>
        </p:blipFill>
        <p:spPr>
          <a:xfrm>
            <a:off x="1623240" y="486000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44" name="TextBox 116"/>
          <p:cNvSpPr/>
          <p:nvPr/>
        </p:nvSpPr>
        <p:spPr>
          <a:xfrm>
            <a:off x="1371240" y="451296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5" name="Graphic 117" descr="Monitor with solid fill"/>
          <p:cNvPicPr/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/>
        </p:blipFill>
        <p:spPr>
          <a:xfrm>
            <a:off x="1623240" y="414000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46" name="Picture 2" descr="Cheapest Computer Chip Raspberry Pi!"/>
          <p:cNvPicPr/>
          <p:nvPr/>
        </p:nvPicPr>
        <p:blipFill>
          <a:blip r:embed="rId47"/>
          <a:stretch/>
        </p:blipFill>
        <p:spPr>
          <a:xfrm flipH="1">
            <a:off x="2676600" y="426096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47" name="Straight Arrow Connector 120"/>
          <p:cNvCxnSpPr/>
          <p:nvPr/>
        </p:nvCxnSpPr>
        <p:spPr>
          <a:xfrm flipH="1">
            <a:off x="2991240" y="43689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648" name="Straight Arrow Connector 121"/>
          <p:cNvCxnSpPr/>
          <p:nvPr/>
        </p:nvCxnSpPr>
        <p:spPr>
          <a:xfrm flipH="1">
            <a:off x="2127240" y="436464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649" name="TextBox 122"/>
          <p:cNvSpPr/>
          <p:nvPr/>
        </p:nvSpPr>
        <p:spPr>
          <a:xfrm>
            <a:off x="2169360" y="422100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0" name="TextBox 123"/>
          <p:cNvSpPr/>
          <p:nvPr/>
        </p:nvSpPr>
        <p:spPr>
          <a:xfrm>
            <a:off x="1368000" y="663048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 Attempt 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1" name="Graphic 124" descr="Monitor with solid fill"/>
          <p:cNvPicPr/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/>
        </p:blipFill>
        <p:spPr>
          <a:xfrm>
            <a:off x="1627920" y="625752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2" name="TextBox 125"/>
          <p:cNvSpPr/>
          <p:nvPr/>
        </p:nvSpPr>
        <p:spPr>
          <a:xfrm>
            <a:off x="1371240" y="601200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 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53" name="Graphic 132" descr="Monitor with solid fill"/>
          <p:cNvPicPr/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/>
        </p:blipFill>
        <p:spPr>
          <a:xfrm>
            <a:off x="1623240" y="558000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54" name="Picture 2" descr="Cheapest Computer Chip Raspberry Pi!"/>
          <p:cNvPicPr/>
          <p:nvPr/>
        </p:nvPicPr>
        <p:blipFill>
          <a:blip r:embed="rId52"/>
          <a:stretch/>
        </p:blipFill>
        <p:spPr>
          <a:xfrm flipH="1">
            <a:off x="2676600" y="570132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55" name="Straight Arrow Connector 134"/>
          <p:cNvCxnSpPr/>
          <p:nvPr/>
        </p:nvCxnSpPr>
        <p:spPr>
          <a:xfrm flipH="1">
            <a:off x="2991240" y="585792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656" name="Straight Arrow Connector 135"/>
          <p:cNvCxnSpPr/>
          <p:nvPr/>
        </p:nvCxnSpPr>
        <p:spPr>
          <a:xfrm flipH="1">
            <a:off x="2127240" y="580464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657" name="TextBox 137"/>
          <p:cNvSpPr/>
          <p:nvPr/>
        </p:nvSpPr>
        <p:spPr>
          <a:xfrm>
            <a:off x="2169360" y="566136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8" name="TextBox 138"/>
          <p:cNvSpPr/>
          <p:nvPr/>
        </p:nvSpPr>
        <p:spPr>
          <a:xfrm>
            <a:off x="2309760" y="447156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Rpi400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9" name="TextBox 139"/>
          <p:cNvSpPr/>
          <p:nvPr/>
        </p:nvSpPr>
        <p:spPr>
          <a:xfrm>
            <a:off x="2309760" y="591156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Rpi400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60" name="Graphic 141" descr="Monitor with solid fill"/>
          <p:cNvPicPr/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tretch/>
        </p:blipFill>
        <p:spPr>
          <a:xfrm>
            <a:off x="1591560" y="21128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61" name="Straight Arrow Connector 144"/>
          <p:cNvCxnSpPr>
            <a:endCxn id="660" idx="3"/>
          </p:cNvCxnSpPr>
          <p:nvPr/>
        </p:nvCxnSpPr>
        <p:spPr>
          <a:xfrm flipH="1">
            <a:off x="2054520" y="2341080"/>
            <a:ext cx="466200" cy="360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662" name="TextBox 145"/>
          <p:cNvSpPr/>
          <p:nvPr/>
        </p:nvSpPr>
        <p:spPr>
          <a:xfrm>
            <a:off x="1340640" y="2490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Marshal 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63" name="Group 146"/>
          <p:cNvGrpSpPr/>
          <p:nvPr/>
        </p:nvGrpSpPr>
        <p:grpSpPr>
          <a:xfrm>
            <a:off x="845280" y="1463400"/>
            <a:ext cx="419040" cy="230400"/>
            <a:chOff x="845280" y="1463400"/>
            <a:chExt cx="419040" cy="230400"/>
          </a:xfrm>
        </p:grpSpPr>
        <p:sp>
          <p:nvSpPr>
            <p:cNvPr id="664" name="Rectangle 147"/>
            <p:cNvSpPr/>
            <p:nvPr/>
          </p:nvSpPr>
          <p:spPr>
            <a:xfrm>
              <a:off x="924120" y="152280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30" name="TextBox 148"/>
            <p:cNvSpPr/>
            <p:nvPr/>
          </p:nvSpPr>
          <p:spPr>
            <a:xfrm>
              <a:off x="845280" y="1463400"/>
              <a:ext cx="419040" cy="23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CA" sz="900" b="0" u="none" strike="noStrike">
                  <a:solidFill>
                    <a:schemeClr val="accent6">
                      <a:lumMod val="40000"/>
                      <a:lumOff val="60000"/>
                    </a:schemeClr>
                  </a:solidFill>
                  <a:effectLst/>
                  <a:uFillTx/>
                  <a:latin typeface="Webdings"/>
                </a:rPr>
                <a:t>4</a:t>
              </a:r>
              <a:r>
                <a:rPr lang="en-CA" sz="900" b="0" u="none" strike="noStrike">
                  <a:solidFill>
                    <a:srgbClr val="FF0000"/>
                  </a:solidFill>
                  <a:effectLst/>
                  <a:uFillTx/>
                  <a:latin typeface="Webdings"/>
                </a:rPr>
                <a:t>&lt;</a:t>
              </a:r>
              <a:endParaRPr lang="en-CA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5" name="TextBox 149"/>
          <p:cNvSpPr/>
          <p:nvPr/>
        </p:nvSpPr>
        <p:spPr>
          <a:xfrm>
            <a:off x="2169000" y="219168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6" name="Connector: Elbow 150"/>
          <p:cNvCxnSpPr/>
          <p:nvPr/>
        </p:nvCxnSpPr>
        <p:spPr>
          <a:xfrm flipV="1" rot="10800000">
            <a:off x="2086560" y="6084000"/>
            <a:ext cx="693000" cy="412200"/>
          </a:xfrm>
          <a:prstGeom prst="bentConnector3">
            <a:avLst>
              <a:gd name="adj1" fmla="val 50000"/>
            </a:avLst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667" name="TextBox 152"/>
          <p:cNvSpPr/>
          <p:nvPr/>
        </p:nvSpPr>
        <p:spPr>
          <a:xfrm>
            <a:off x="2227680" y="633852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68" name="Connector: Elbow 158"/>
          <p:cNvCxnSpPr/>
          <p:nvPr/>
        </p:nvCxnSpPr>
        <p:spPr>
          <a:xfrm flipV="1" rot="10800000">
            <a:off x="2096640" y="4715640"/>
            <a:ext cx="693000" cy="411840"/>
          </a:xfrm>
          <a:prstGeom prst="bentConnector3">
            <a:avLst>
              <a:gd name="adj1" fmla="val 50000"/>
            </a:avLst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669" name="TextBox 160"/>
          <p:cNvSpPr/>
          <p:nvPr/>
        </p:nvSpPr>
        <p:spPr>
          <a:xfrm>
            <a:off x="2005920" y="4970160"/>
            <a:ext cx="88812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Fiber  30m 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70" name="Graphic 8"/>
          <p:cNvGrpSpPr/>
          <p:nvPr/>
        </p:nvGrpSpPr>
        <p:grpSpPr>
          <a:xfrm>
            <a:off x="3711600" y="6120000"/>
            <a:ext cx="451080" cy="451440"/>
            <a:chOff x="3711600" y="6120000"/>
            <a:chExt cx="451080" cy="451440"/>
          </a:xfrm>
        </p:grpSpPr>
        <p:sp>
          <p:nvSpPr>
            <p:cNvPr id="579" name="Freeform: Shape 10"/>
            <p:cNvSpPr/>
            <p:nvPr/>
          </p:nvSpPr>
          <p:spPr>
            <a:xfrm>
              <a:off x="3711600" y="6120000"/>
              <a:ext cx="451080" cy="451440"/>
            </a:xfrm>
            <a:custGeom>
              <a:avLst/>
              <a:gdLst>
                <a:gd name="textAreaLeft" fmla="*/ 0 w 451080"/>
                <a:gd name="textAreaRight" fmla="*/ 451440 w 451080"/>
                <a:gd name="textAreaTop" fmla="*/ 0 h 451440"/>
                <a:gd name="textAreaBottom" fmla="*/ 451800 h 451440"/>
                <a:gd name="GluePoint1X" fmla="*/ 101980 w 451353"/>
                <a:gd name="GluePoint1Y" fmla="*/ 1780 h 451799"/>
                <a:gd name="GluePoint2X" fmla="*/ 76150 w 451353"/>
                <a:gd name="GluePoint2Y" fmla="*/ 21679 h 451799"/>
                <a:gd name="GluePoint3X" fmla="*/ 70410 w 451353"/>
                <a:gd name="GluePoint3Y" fmla="*/ 97255 h 451799"/>
                <a:gd name="GluePoint4X" fmla="*/ 70410 w 451353"/>
                <a:gd name="GluePoint4Y" fmla="*/ 155612 h 451799"/>
                <a:gd name="GluePoint5X" fmla="*/ 54530 w 451353"/>
                <a:gd name="GluePoint5Y" fmla="*/ 155612 h 451799"/>
                <a:gd name="GluePoint6X" fmla="*/ 21429 w 451353"/>
                <a:gd name="GluePoint6Y" fmla="*/ 161352 h 451799"/>
                <a:gd name="GluePoint7X" fmla="*/ 1531 w 451353"/>
                <a:gd name="GluePoint7Y" fmla="*/ 187182 h 451799"/>
                <a:gd name="GluePoint8X" fmla="*/ 0 w 451353"/>
                <a:gd name="GluePoint8Y" fmla="*/ 264480 h 451799"/>
                <a:gd name="GluePoint9X" fmla="*/ 4783 w 451353"/>
                <a:gd name="GluePoint9Y" fmla="*/ 351536 h 451799"/>
                <a:gd name="GluePoint10X" fmla="*/ 22577 w 451353"/>
                <a:gd name="GluePoint10Y" fmla="*/ 369330 h 451799"/>
                <a:gd name="GluePoint11X" fmla="*/ 54338 w 451353"/>
                <a:gd name="GluePoint11Y" fmla="*/ 374305 h 451799"/>
                <a:gd name="GluePoint12X" fmla="*/ 70410 w 451353"/>
                <a:gd name="GluePoint12Y" fmla="*/ 374305 h 451799"/>
                <a:gd name="GluePoint13X" fmla="*/ 70410 w 451353"/>
                <a:gd name="GluePoint13Y" fmla="*/ 393821 h 451799"/>
                <a:gd name="GluePoint14X" fmla="*/ 75194 w 451353"/>
                <a:gd name="GluePoint14Y" fmla="*/ 428834 h 451799"/>
                <a:gd name="GluePoint15X" fmla="*/ 91266 w 451353"/>
                <a:gd name="GluePoint15Y" fmla="*/ 445672 h 451799"/>
                <a:gd name="GluePoint16X" fmla="*/ 225007 w 451353"/>
                <a:gd name="GluePoint16Y" fmla="*/ 451794 h 451799"/>
                <a:gd name="GluePoint17X" fmla="*/ 359514 w 451353"/>
                <a:gd name="GluePoint17Y" fmla="*/ 446054 h 451799"/>
                <a:gd name="GluePoint18X" fmla="*/ 374820 w 451353"/>
                <a:gd name="GluePoint18Y" fmla="*/ 430939 h 451799"/>
                <a:gd name="GluePoint19X" fmla="*/ 380943 w 451353"/>
                <a:gd name="GluePoint19Y" fmla="*/ 394203 h 451799"/>
                <a:gd name="GluePoint20X" fmla="*/ 380943 w 451353"/>
                <a:gd name="GluePoint20Y" fmla="*/ 374113 h 451799"/>
                <a:gd name="GluePoint21X" fmla="*/ 396823 w 451353"/>
                <a:gd name="GluePoint21Y" fmla="*/ 374113 h 451799"/>
                <a:gd name="GluePoint22X" fmla="*/ 429924 w 451353"/>
                <a:gd name="GluePoint22Y" fmla="*/ 368373 h 451799"/>
                <a:gd name="GluePoint23X" fmla="*/ 449823 w 451353"/>
                <a:gd name="GluePoint23Y" fmla="*/ 342544 h 451799"/>
                <a:gd name="GluePoint24X" fmla="*/ 451353 w 451353"/>
                <a:gd name="GluePoint24Y" fmla="*/ 265245 h 451799"/>
                <a:gd name="GluePoint25X" fmla="*/ 446570 w 451353"/>
                <a:gd name="GluePoint25Y" fmla="*/ 178380 h 451799"/>
                <a:gd name="GluePoint26X" fmla="*/ 429541 w 451353"/>
                <a:gd name="GluePoint26Y" fmla="*/ 160778 h 451799"/>
                <a:gd name="GluePoint27X" fmla="*/ 397015 w 451353"/>
                <a:gd name="GluePoint27Y" fmla="*/ 155229 h 451799"/>
                <a:gd name="GluePoint28X" fmla="*/ 380943 w 451353"/>
                <a:gd name="GluePoint28Y" fmla="*/ 155229 h 451799"/>
                <a:gd name="GluePoint29X" fmla="*/ 380943 w 451353"/>
                <a:gd name="GluePoint29Y" fmla="*/ 96299 h 451799"/>
                <a:gd name="GluePoint30X" fmla="*/ 374820 w 451353"/>
                <a:gd name="GluePoint30Y" fmla="*/ 20722 h 451799"/>
                <a:gd name="GluePoint31X" fmla="*/ 357983 w 451353"/>
                <a:gd name="GluePoint31Y" fmla="*/ 4650 h 451799"/>
                <a:gd name="GluePoint32X" fmla="*/ 225390 w 451353"/>
                <a:gd name="GluePoint32Y" fmla="*/ 58 h 451799"/>
                <a:gd name="GluePoint33X" fmla="*/ 101980 w 451353"/>
                <a:gd name="GluePoint33Y" fmla="*/ 1780 h 451799"/>
                <a:gd name="GluePoint34X" fmla="*/ 346120 w 451353"/>
                <a:gd name="GluePoint34Y" fmla="*/ 30672 h 451799"/>
                <a:gd name="GluePoint35X" fmla="*/ 350712 w 451353"/>
                <a:gd name="GluePoint35Y" fmla="*/ 35455 h 451799"/>
                <a:gd name="GluePoint36X" fmla="*/ 352626 w 451353"/>
                <a:gd name="GluePoint36Y" fmla="*/ 38325 h 451799"/>
                <a:gd name="GluePoint37X" fmla="*/ 352626 w 451353"/>
                <a:gd name="GluePoint37Y" fmla="*/ 96873 h 451799"/>
                <a:gd name="GluePoint38X" fmla="*/ 352626 w 451353"/>
                <a:gd name="GluePoint38Y" fmla="*/ 155420 h 451799"/>
                <a:gd name="GluePoint39X" fmla="*/ 225581 w 451353"/>
                <a:gd name="GluePoint39Y" fmla="*/ 155420 h 451799"/>
                <a:gd name="GluePoint40X" fmla="*/ 98536 w 451353"/>
                <a:gd name="GluePoint40Y" fmla="*/ 155420 h 451799"/>
                <a:gd name="GluePoint41X" fmla="*/ 98536 w 451353"/>
                <a:gd name="GluePoint41Y" fmla="*/ 96873 h 451799"/>
                <a:gd name="GluePoint42X" fmla="*/ 98536 w 451353"/>
                <a:gd name="GluePoint42Y" fmla="*/ 38325 h 451799"/>
                <a:gd name="GluePoint43X" fmla="*/ 100641 w 451353"/>
                <a:gd name="GluePoint43Y" fmla="*/ 35264 h 451799"/>
                <a:gd name="GluePoint44X" fmla="*/ 105616 w 451353"/>
                <a:gd name="GluePoint44Y" fmla="*/ 30289 h 451799"/>
                <a:gd name="GluePoint45X" fmla="*/ 108677 w 451353"/>
                <a:gd name="GluePoint45Y" fmla="*/ 28184 h 451799"/>
                <a:gd name="GluePoint46X" fmla="*/ 226346 w 451353"/>
                <a:gd name="GluePoint46Y" fmla="*/ 28376 h 451799"/>
                <a:gd name="GluePoint47X" fmla="*/ 344016 w 451353"/>
                <a:gd name="GluePoint47Y" fmla="*/ 28567 h 451799"/>
                <a:gd name="GluePoint48X" fmla="*/ 346120 w 451353"/>
                <a:gd name="GluePoint48Y" fmla="*/ 30672 h 451799"/>
                <a:gd name="GluePoint49X" fmla="*/ 416148 w 451353"/>
                <a:gd name="GluePoint49Y" fmla="*/ 185651 h 451799"/>
                <a:gd name="GluePoint50X" fmla="*/ 420931 w 451353"/>
                <a:gd name="GluePoint50Y" fmla="*/ 190243 h 451799"/>
                <a:gd name="GluePoint51X" fmla="*/ 422845 w 451353"/>
                <a:gd name="GluePoint51Y" fmla="*/ 265054 h 451799"/>
                <a:gd name="GluePoint52X" fmla="*/ 420931 w 451353"/>
                <a:gd name="GluePoint52Y" fmla="*/ 339674 h 451799"/>
                <a:gd name="GluePoint53X" fmla="*/ 397589 w 451353"/>
                <a:gd name="GluePoint53Y" fmla="*/ 345987 h 451799"/>
                <a:gd name="GluePoint54X" fmla="*/ 380943 w 451353"/>
                <a:gd name="GluePoint54Y" fmla="*/ 346179 h 451799"/>
                <a:gd name="GluePoint55X" fmla="*/ 380943 w 451353"/>
                <a:gd name="GluePoint55Y" fmla="*/ 332212 h 451799"/>
                <a:gd name="GluePoint56X" fmla="*/ 380943 w 451353"/>
                <a:gd name="GluePoint56Y" fmla="*/ 318244 h 451799"/>
                <a:gd name="GluePoint57X" fmla="*/ 384387 w 451353"/>
                <a:gd name="GluePoint57Y" fmla="*/ 317288 h 451799"/>
                <a:gd name="GluePoint58X" fmla="*/ 393762 w 451353"/>
                <a:gd name="GluePoint58Y" fmla="*/ 308678 h 451799"/>
                <a:gd name="GluePoint59X" fmla="*/ 386874 w 451353"/>
                <a:gd name="GluePoint59Y" fmla="*/ 291458 h 451799"/>
                <a:gd name="GluePoint60X" fmla="*/ 225772 w 451353"/>
                <a:gd name="GluePoint60Y" fmla="*/ 289736 h 451799"/>
                <a:gd name="GluePoint61X" fmla="*/ 64670 w 451353"/>
                <a:gd name="GluePoint61Y" fmla="*/ 291458 h 451799"/>
                <a:gd name="GluePoint62X" fmla="*/ 57782 w 451353"/>
                <a:gd name="GluePoint62Y" fmla="*/ 308678 h 451799"/>
                <a:gd name="GluePoint63X" fmla="*/ 67158 w 451353"/>
                <a:gd name="GluePoint63Y" fmla="*/ 317288 h 451799"/>
                <a:gd name="GluePoint64X" fmla="*/ 70602 w 451353"/>
                <a:gd name="GluePoint64Y" fmla="*/ 318244 h 451799"/>
                <a:gd name="GluePoint65X" fmla="*/ 70602 w 451353"/>
                <a:gd name="GluePoint65Y" fmla="*/ 332212 h 451799"/>
                <a:gd name="GluePoint66X" fmla="*/ 70602 w 451353"/>
                <a:gd name="GluePoint66Y" fmla="*/ 346179 h 451799"/>
                <a:gd name="GluePoint67X" fmla="*/ 54338 w 451353"/>
                <a:gd name="GluePoint67Y" fmla="*/ 346179 h 451799"/>
                <a:gd name="GluePoint68X" fmla="*/ 35205 w 451353"/>
                <a:gd name="GluePoint68Y" fmla="*/ 344074 h 451799"/>
                <a:gd name="GluePoint69X" fmla="*/ 30231 w 451353"/>
                <a:gd name="GluePoint69Y" fmla="*/ 339100 h 451799"/>
                <a:gd name="GluePoint70X" fmla="*/ 28126 w 451353"/>
                <a:gd name="GluePoint70Y" fmla="*/ 336038 h 451799"/>
                <a:gd name="GluePoint71X" fmla="*/ 28126 w 451353"/>
                <a:gd name="GluePoint71Y" fmla="*/ 264863 h 451799"/>
                <a:gd name="GluePoint72X" fmla="*/ 28126 w 451353"/>
                <a:gd name="GluePoint72Y" fmla="*/ 193687 h 451799"/>
                <a:gd name="GluePoint73X" fmla="*/ 30231 w 451353"/>
                <a:gd name="GluePoint73Y" fmla="*/ 190626 h 451799"/>
                <a:gd name="GluePoint74X" fmla="*/ 35205 w 451353"/>
                <a:gd name="GluePoint74Y" fmla="*/ 185651 h 451799"/>
                <a:gd name="GluePoint75X" fmla="*/ 38266 w 451353"/>
                <a:gd name="GluePoint75Y" fmla="*/ 183546 h 451799"/>
                <a:gd name="GluePoint76X" fmla="*/ 225581 w 451353"/>
                <a:gd name="GluePoint76Y" fmla="*/ 183546 h 451799"/>
                <a:gd name="GluePoint77X" fmla="*/ 413278 w 451353"/>
                <a:gd name="GluePoint77Y" fmla="*/ 183546 h 451799"/>
                <a:gd name="GluePoint78X" fmla="*/ 416148 w 451353"/>
                <a:gd name="GluePoint78Y" fmla="*/ 185651 h 451799"/>
                <a:gd name="GluePoint79X" fmla="*/ 352434 w 451353"/>
                <a:gd name="GluePoint79Y" fmla="*/ 366269 h 451799"/>
                <a:gd name="GluePoint80X" fmla="*/ 350330 w 451353"/>
                <a:gd name="GluePoint80Y" fmla="*/ 417163 h 451799"/>
                <a:gd name="GluePoint81X" fmla="*/ 346120 w 451353"/>
                <a:gd name="GluePoint81Y" fmla="*/ 421372 h 451799"/>
                <a:gd name="GluePoint82X" fmla="*/ 225581 w 451353"/>
                <a:gd name="GluePoint82Y" fmla="*/ 423286 h 451799"/>
                <a:gd name="GluePoint83X" fmla="*/ 105042 w 451353"/>
                <a:gd name="GluePoint83Y" fmla="*/ 421372 h 451799"/>
                <a:gd name="GluePoint84X" fmla="*/ 100832 w 451353"/>
                <a:gd name="GluePoint84Y" fmla="*/ 417163 h 451799"/>
                <a:gd name="GluePoint85X" fmla="*/ 98728 w 451353"/>
                <a:gd name="GluePoint85Y" fmla="*/ 366269 h 451799"/>
                <a:gd name="GluePoint86X" fmla="*/ 98536 w 451353"/>
                <a:gd name="GluePoint86Y" fmla="*/ 317862 h 451799"/>
                <a:gd name="GluePoint87X" fmla="*/ 225581 w 451353"/>
                <a:gd name="GluePoint87Y" fmla="*/ 317862 h 451799"/>
                <a:gd name="GluePoint88X" fmla="*/ 352626 w 451353"/>
                <a:gd name="GluePoint88Y" fmla="*/ 317862 h 451799"/>
                <a:gd name="GluePoint89X" fmla="*/ 352434 w 451353"/>
                <a:gd name="GluePoint89Y" fmla="*/ 366269 h 4517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</a:cxnLst>
              <a:rect l="textAreaLeft" t="textAreaTop" r="textAreaRight" b="textAreaBottom"/>
              <a:pathLst>
                <a:path w="451353" h="451799">
                  <a:moveTo>
                    <a:pt x="101980" y="1780"/>
                  </a:moveTo>
                  <a:cubicBezTo>
                    <a:pt x="91266" y="4650"/>
                    <a:pt x="82273" y="11538"/>
                    <a:pt x="76150" y="21679"/>
                  </a:cubicBezTo>
                  <a:cubicBezTo>
                    <a:pt x="70410" y="31246"/>
                    <a:pt x="70410" y="32202"/>
                    <a:pt x="70410" y="97255"/>
                  </a:cubicBezTo>
                  <a:lnTo>
                    <a:pt x="70410" y="155612"/>
                  </a:lnTo>
                  <a:lnTo>
                    <a:pt x="54530" y="155612"/>
                  </a:lnTo>
                  <a:cubicBezTo>
                    <a:pt x="35970" y="155612"/>
                    <a:pt x="29083" y="156760"/>
                    <a:pt x="21429" y="161352"/>
                  </a:cubicBezTo>
                  <a:cubicBezTo>
                    <a:pt x="11289" y="167474"/>
                    <a:pt x="4401" y="176467"/>
                    <a:pt x="1531" y="187182"/>
                  </a:cubicBezTo>
                  <a:cubicBezTo>
                    <a:pt x="191" y="192539"/>
                    <a:pt x="0" y="199810"/>
                    <a:pt x="0" y="264480"/>
                  </a:cubicBezTo>
                  <a:cubicBezTo>
                    <a:pt x="0" y="342161"/>
                    <a:pt x="0" y="341778"/>
                    <a:pt x="4783" y="351536"/>
                  </a:cubicBezTo>
                  <a:cubicBezTo>
                    <a:pt x="7845" y="357467"/>
                    <a:pt x="16646" y="366269"/>
                    <a:pt x="22577" y="369330"/>
                  </a:cubicBezTo>
                  <a:cubicBezTo>
                    <a:pt x="30422" y="373348"/>
                    <a:pt x="36544" y="374305"/>
                    <a:pt x="54338" y="374305"/>
                  </a:cubicBezTo>
                  <a:lnTo>
                    <a:pt x="70410" y="374305"/>
                  </a:lnTo>
                  <a:lnTo>
                    <a:pt x="70410" y="393821"/>
                  </a:lnTo>
                  <a:cubicBezTo>
                    <a:pt x="70410" y="415059"/>
                    <a:pt x="71176" y="420990"/>
                    <a:pt x="75194" y="428834"/>
                  </a:cubicBezTo>
                  <a:cubicBezTo>
                    <a:pt x="78255" y="434766"/>
                    <a:pt x="85143" y="442036"/>
                    <a:pt x="91266" y="445672"/>
                  </a:cubicBezTo>
                  <a:cubicBezTo>
                    <a:pt x="101980" y="452177"/>
                    <a:pt x="94518" y="451794"/>
                    <a:pt x="225007" y="451794"/>
                  </a:cubicBezTo>
                  <a:cubicBezTo>
                    <a:pt x="355113" y="451794"/>
                    <a:pt x="349182" y="452177"/>
                    <a:pt x="359514" y="446054"/>
                  </a:cubicBezTo>
                  <a:cubicBezTo>
                    <a:pt x="366210" y="442036"/>
                    <a:pt x="370994" y="437253"/>
                    <a:pt x="374820" y="430939"/>
                  </a:cubicBezTo>
                  <a:cubicBezTo>
                    <a:pt x="379986" y="422520"/>
                    <a:pt x="380943" y="417163"/>
                    <a:pt x="380943" y="394203"/>
                  </a:cubicBezTo>
                  <a:lnTo>
                    <a:pt x="380943" y="374113"/>
                  </a:lnTo>
                  <a:lnTo>
                    <a:pt x="396823" y="374113"/>
                  </a:lnTo>
                  <a:cubicBezTo>
                    <a:pt x="415383" y="374113"/>
                    <a:pt x="422271" y="372965"/>
                    <a:pt x="429924" y="368373"/>
                  </a:cubicBezTo>
                  <a:cubicBezTo>
                    <a:pt x="440065" y="362251"/>
                    <a:pt x="446953" y="353258"/>
                    <a:pt x="449823" y="342544"/>
                  </a:cubicBezTo>
                  <a:cubicBezTo>
                    <a:pt x="451162" y="337186"/>
                    <a:pt x="451353" y="329916"/>
                    <a:pt x="451353" y="265245"/>
                  </a:cubicBezTo>
                  <a:cubicBezTo>
                    <a:pt x="451353" y="187947"/>
                    <a:pt x="451353" y="187947"/>
                    <a:pt x="446570" y="178380"/>
                  </a:cubicBezTo>
                  <a:cubicBezTo>
                    <a:pt x="443509" y="172066"/>
                    <a:pt x="435473" y="164030"/>
                    <a:pt x="429541" y="160778"/>
                  </a:cubicBezTo>
                  <a:cubicBezTo>
                    <a:pt x="421314" y="156377"/>
                    <a:pt x="415191" y="155229"/>
                    <a:pt x="397015" y="155229"/>
                  </a:cubicBezTo>
                  <a:lnTo>
                    <a:pt x="380943" y="155229"/>
                  </a:lnTo>
                  <a:lnTo>
                    <a:pt x="380943" y="96299"/>
                  </a:lnTo>
                  <a:cubicBezTo>
                    <a:pt x="380943" y="30672"/>
                    <a:pt x="380943" y="30863"/>
                    <a:pt x="374820" y="20722"/>
                  </a:cubicBezTo>
                  <a:cubicBezTo>
                    <a:pt x="371185" y="14600"/>
                    <a:pt x="363914" y="7712"/>
                    <a:pt x="357983" y="4650"/>
                  </a:cubicBezTo>
                  <a:cubicBezTo>
                    <a:pt x="348225" y="-133"/>
                    <a:pt x="352434" y="-133"/>
                    <a:pt x="225390" y="58"/>
                  </a:cubicBezTo>
                  <a:cubicBezTo>
                    <a:pt x="117095" y="250"/>
                    <a:pt x="107337" y="441"/>
                    <a:pt x="101980" y="1780"/>
                  </a:cubicBezTo>
                  <a:close/>
                  <a:moveTo>
                    <a:pt x="346120" y="30672"/>
                  </a:moveTo>
                  <a:cubicBezTo>
                    <a:pt x="347460" y="31628"/>
                    <a:pt x="349564" y="33924"/>
                    <a:pt x="350712" y="35455"/>
                  </a:cubicBezTo>
                  <a:lnTo>
                    <a:pt x="352626" y="38325"/>
                  </a:lnTo>
                  <a:lnTo>
                    <a:pt x="352626" y="96873"/>
                  </a:lnTo>
                  <a:lnTo>
                    <a:pt x="352626" y="155420"/>
                  </a:lnTo>
                  <a:lnTo>
                    <a:pt x="225581" y="155420"/>
                  </a:lnTo>
                  <a:lnTo>
                    <a:pt x="98536" y="155420"/>
                  </a:lnTo>
                  <a:lnTo>
                    <a:pt x="98536" y="96873"/>
                  </a:lnTo>
                  <a:lnTo>
                    <a:pt x="98536" y="38325"/>
                  </a:lnTo>
                  <a:lnTo>
                    <a:pt x="100641" y="35264"/>
                  </a:lnTo>
                  <a:cubicBezTo>
                    <a:pt x="101789" y="33733"/>
                    <a:pt x="104085" y="31437"/>
                    <a:pt x="105616" y="30289"/>
                  </a:cubicBezTo>
                  <a:lnTo>
                    <a:pt x="108677" y="28184"/>
                  </a:lnTo>
                  <a:lnTo>
                    <a:pt x="226346" y="28376"/>
                  </a:lnTo>
                  <a:lnTo>
                    <a:pt x="344016" y="28567"/>
                  </a:lnTo>
                  <a:lnTo>
                    <a:pt x="346120" y="30672"/>
                  </a:lnTo>
                  <a:close/>
                  <a:moveTo>
                    <a:pt x="416148" y="185651"/>
                  </a:moveTo>
                  <a:cubicBezTo>
                    <a:pt x="417679" y="186799"/>
                    <a:pt x="419975" y="188904"/>
                    <a:pt x="420931" y="190243"/>
                  </a:cubicBezTo>
                  <a:cubicBezTo>
                    <a:pt x="422845" y="192730"/>
                    <a:pt x="422845" y="193113"/>
                    <a:pt x="422845" y="265054"/>
                  </a:cubicBezTo>
                  <a:cubicBezTo>
                    <a:pt x="422845" y="336612"/>
                    <a:pt x="422845" y="337378"/>
                    <a:pt x="420931" y="339674"/>
                  </a:cubicBezTo>
                  <a:cubicBezTo>
                    <a:pt x="416531" y="345413"/>
                    <a:pt x="415765" y="345796"/>
                    <a:pt x="397589" y="345987"/>
                  </a:cubicBezTo>
                  <a:lnTo>
                    <a:pt x="380943" y="346179"/>
                  </a:lnTo>
                  <a:lnTo>
                    <a:pt x="380943" y="332212"/>
                  </a:lnTo>
                  <a:lnTo>
                    <a:pt x="380943" y="318244"/>
                  </a:lnTo>
                  <a:lnTo>
                    <a:pt x="384387" y="317288"/>
                  </a:lnTo>
                  <a:cubicBezTo>
                    <a:pt x="389170" y="315757"/>
                    <a:pt x="392040" y="313270"/>
                    <a:pt x="393762" y="308678"/>
                  </a:cubicBezTo>
                  <a:cubicBezTo>
                    <a:pt x="396441" y="301790"/>
                    <a:pt x="393571" y="294328"/>
                    <a:pt x="386874" y="291458"/>
                  </a:cubicBezTo>
                  <a:cubicBezTo>
                    <a:pt x="383239" y="289736"/>
                    <a:pt x="379030" y="289736"/>
                    <a:pt x="225772" y="289736"/>
                  </a:cubicBezTo>
                  <a:cubicBezTo>
                    <a:pt x="72324" y="289736"/>
                    <a:pt x="68306" y="289736"/>
                    <a:pt x="64670" y="291458"/>
                  </a:cubicBezTo>
                  <a:cubicBezTo>
                    <a:pt x="57974" y="294328"/>
                    <a:pt x="55104" y="301790"/>
                    <a:pt x="57782" y="308678"/>
                  </a:cubicBezTo>
                  <a:cubicBezTo>
                    <a:pt x="59504" y="313270"/>
                    <a:pt x="62374" y="315757"/>
                    <a:pt x="67158" y="317288"/>
                  </a:cubicBezTo>
                  <a:lnTo>
                    <a:pt x="70602" y="318244"/>
                  </a:lnTo>
                  <a:lnTo>
                    <a:pt x="70602" y="332212"/>
                  </a:lnTo>
                  <a:lnTo>
                    <a:pt x="70602" y="346179"/>
                  </a:lnTo>
                  <a:lnTo>
                    <a:pt x="54338" y="346179"/>
                  </a:lnTo>
                  <a:cubicBezTo>
                    <a:pt x="39032" y="346179"/>
                    <a:pt x="38075" y="346179"/>
                    <a:pt x="35205" y="344074"/>
                  </a:cubicBezTo>
                  <a:cubicBezTo>
                    <a:pt x="33675" y="342926"/>
                    <a:pt x="31379" y="340630"/>
                    <a:pt x="30231" y="339100"/>
                  </a:cubicBezTo>
                  <a:lnTo>
                    <a:pt x="28126" y="336038"/>
                  </a:lnTo>
                  <a:lnTo>
                    <a:pt x="28126" y="264863"/>
                  </a:lnTo>
                  <a:lnTo>
                    <a:pt x="28126" y="193687"/>
                  </a:lnTo>
                  <a:lnTo>
                    <a:pt x="30231" y="190626"/>
                  </a:lnTo>
                  <a:cubicBezTo>
                    <a:pt x="31379" y="189095"/>
                    <a:pt x="33675" y="186799"/>
                    <a:pt x="35205" y="185651"/>
                  </a:cubicBezTo>
                  <a:lnTo>
                    <a:pt x="38266" y="183546"/>
                  </a:lnTo>
                  <a:lnTo>
                    <a:pt x="225581" y="183546"/>
                  </a:lnTo>
                  <a:lnTo>
                    <a:pt x="413278" y="183546"/>
                  </a:lnTo>
                  <a:lnTo>
                    <a:pt x="416148" y="185651"/>
                  </a:lnTo>
                  <a:close/>
                  <a:moveTo>
                    <a:pt x="352434" y="366269"/>
                  </a:moveTo>
                  <a:cubicBezTo>
                    <a:pt x="352243" y="413719"/>
                    <a:pt x="352243" y="414867"/>
                    <a:pt x="350330" y="417163"/>
                  </a:cubicBezTo>
                  <a:cubicBezTo>
                    <a:pt x="349373" y="418502"/>
                    <a:pt x="347460" y="420416"/>
                    <a:pt x="346120" y="421372"/>
                  </a:cubicBezTo>
                  <a:cubicBezTo>
                    <a:pt x="343824" y="423286"/>
                    <a:pt x="343442" y="423286"/>
                    <a:pt x="225581" y="423286"/>
                  </a:cubicBezTo>
                  <a:cubicBezTo>
                    <a:pt x="107720" y="423286"/>
                    <a:pt x="107529" y="423286"/>
                    <a:pt x="105042" y="421372"/>
                  </a:cubicBezTo>
                  <a:cubicBezTo>
                    <a:pt x="103702" y="420416"/>
                    <a:pt x="101789" y="418502"/>
                    <a:pt x="100832" y="417163"/>
                  </a:cubicBezTo>
                  <a:cubicBezTo>
                    <a:pt x="98919" y="414867"/>
                    <a:pt x="98919" y="413719"/>
                    <a:pt x="98728" y="366269"/>
                  </a:cubicBezTo>
                  <a:lnTo>
                    <a:pt x="98536" y="317862"/>
                  </a:lnTo>
                  <a:lnTo>
                    <a:pt x="225581" y="317862"/>
                  </a:lnTo>
                  <a:lnTo>
                    <a:pt x="352626" y="317862"/>
                  </a:lnTo>
                  <a:lnTo>
                    <a:pt x="352434" y="366269"/>
                  </a:ln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71" name="Freeform: Shape 11"/>
            <p:cNvSpPr/>
            <p:nvPr/>
          </p:nvSpPr>
          <p:spPr>
            <a:xfrm>
              <a:off x="3767760" y="6325200"/>
              <a:ext cx="90720" cy="2772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27720"/>
                <a:gd name="textAreaBottom" fmla="*/ 28080 h 27720"/>
                <a:gd name="GluePoint1X" fmla="*/ 8265 w 91111"/>
                <a:gd name="GluePoint1Y" fmla="*/ 1148 h 28003"/>
                <a:gd name="GluePoint2X" fmla="*/ 229 w 91111"/>
                <a:gd name="GluePoint2Y" fmla="*/ 17029 h 28003"/>
                <a:gd name="GluePoint3X" fmla="*/ 9413 w 91111"/>
                <a:gd name="GluePoint3Y" fmla="*/ 27169 h 28003"/>
                <a:gd name="GluePoint4X" fmla="*/ 47679 w 91111"/>
                <a:gd name="GluePoint4Y" fmla="*/ 27935 h 28003"/>
                <a:gd name="GluePoint5X" fmla="*/ 84989 w 91111"/>
                <a:gd name="GluePoint5Y" fmla="*/ 25830 h 28003"/>
                <a:gd name="GluePoint6X" fmla="*/ 91111 w 91111"/>
                <a:gd name="GluePoint6Y" fmla="*/ 13967 h 28003"/>
                <a:gd name="GluePoint7X" fmla="*/ 84989 w 91111"/>
                <a:gd name="GluePoint7Y" fmla="*/ 2105 h 28003"/>
                <a:gd name="GluePoint8X" fmla="*/ 46722 w 91111"/>
                <a:gd name="GluePoint8Y" fmla="*/ 0 h 28003"/>
                <a:gd name="GluePoint9X" fmla="*/ 8265 w 91111"/>
                <a:gd name="GluePoint9Y" fmla="*/ 1148 h 280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91111" h="28003">
                  <a:moveTo>
                    <a:pt x="8265" y="1148"/>
                  </a:moveTo>
                  <a:cubicBezTo>
                    <a:pt x="2333" y="3635"/>
                    <a:pt x="-919" y="10523"/>
                    <a:pt x="229" y="17029"/>
                  </a:cubicBezTo>
                  <a:cubicBezTo>
                    <a:pt x="994" y="21238"/>
                    <a:pt x="5395" y="26021"/>
                    <a:pt x="9413" y="27169"/>
                  </a:cubicBezTo>
                  <a:cubicBezTo>
                    <a:pt x="11709" y="27935"/>
                    <a:pt x="24528" y="28126"/>
                    <a:pt x="47679" y="27935"/>
                  </a:cubicBezTo>
                  <a:cubicBezTo>
                    <a:pt x="81354" y="27743"/>
                    <a:pt x="82884" y="27552"/>
                    <a:pt x="84989" y="25830"/>
                  </a:cubicBezTo>
                  <a:cubicBezTo>
                    <a:pt x="89581" y="22386"/>
                    <a:pt x="91111" y="19516"/>
                    <a:pt x="91111" y="13967"/>
                  </a:cubicBezTo>
                  <a:cubicBezTo>
                    <a:pt x="91111" y="8419"/>
                    <a:pt x="89772" y="5549"/>
                    <a:pt x="84989" y="2105"/>
                  </a:cubicBezTo>
                  <a:cubicBezTo>
                    <a:pt x="82693" y="383"/>
                    <a:pt x="81354" y="191"/>
                    <a:pt x="46722" y="0"/>
                  </a:cubicBezTo>
                  <a:cubicBezTo>
                    <a:pt x="18214" y="0"/>
                    <a:pt x="10369" y="191"/>
                    <a:pt x="8265" y="114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6920" rIns="90000" bIns="-1692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72" name="Freeform: Shape 14"/>
            <p:cNvSpPr/>
            <p:nvPr/>
          </p:nvSpPr>
          <p:spPr>
            <a:xfrm>
              <a:off x="3838320" y="6459120"/>
              <a:ext cx="196560" cy="20880"/>
            </a:xfrm>
            <a:custGeom>
              <a:avLst/>
              <a:gdLst>
                <a:gd name="textAreaLeft" fmla="*/ 0 w 196560"/>
                <a:gd name="textAreaRight" fmla="*/ 196920 w 196560"/>
                <a:gd name="textAreaTop" fmla="*/ 0 h 20880"/>
                <a:gd name="textAreaBottom" fmla="*/ 21240 h 20880"/>
                <a:gd name="GluePoint1X" fmla="*/ 7974 w 196895"/>
                <a:gd name="GluePoint1Y" fmla="*/ 1018 h 21107"/>
                <a:gd name="GluePoint2X" fmla="*/ 2425 w 196895"/>
                <a:gd name="GluePoint2Y" fmla="*/ 5036 h 21107"/>
                <a:gd name="GluePoint3X" fmla="*/ 129 w 196895"/>
                <a:gd name="GluePoint3Y" fmla="*/ 11158 h 21107"/>
                <a:gd name="GluePoint4X" fmla="*/ 7209 w 196895"/>
                <a:gd name="GluePoint4Y" fmla="*/ 19386 h 21107"/>
                <a:gd name="GluePoint5X" fmla="*/ 98474 w 196895"/>
                <a:gd name="GluePoint5Y" fmla="*/ 21108 h 21107"/>
                <a:gd name="GluePoint6X" fmla="*/ 189740 w 196895"/>
                <a:gd name="GluePoint6Y" fmla="*/ 19386 h 21107"/>
                <a:gd name="GluePoint7X" fmla="*/ 196819 w 196895"/>
                <a:gd name="GluePoint7Y" fmla="*/ 11350 h 21107"/>
                <a:gd name="GluePoint8X" fmla="*/ 189740 w 196895"/>
                <a:gd name="GluePoint8Y" fmla="*/ 1592 h 21107"/>
                <a:gd name="GluePoint9X" fmla="*/ 98283 w 196895"/>
                <a:gd name="GluePoint9Y" fmla="*/ 61 h 21107"/>
                <a:gd name="GluePoint10X" fmla="*/ 7974 w 196895"/>
                <a:gd name="GluePoint10Y" fmla="*/ 1018 h 2110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6895" h="21107">
                  <a:moveTo>
                    <a:pt x="7974" y="1018"/>
                  </a:moveTo>
                  <a:cubicBezTo>
                    <a:pt x="6443" y="1401"/>
                    <a:pt x="3956" y="3314"/>
                    <a:pt x="2425" y="5036"/>
                  </a:cubicBezTo>
                  <a:cubicBezTo>
                    <a:pt x="129" y="7523"/>
                    <a:pt x="-253" y="8671"/>
                    <a:pt x="129" y="11158"/>
                  </a:cubicBezTo>
                  <a:cubicBezTo>
                    <a:pt x="703" y="14985"/>
                    <a:pt x="2808" y="17281"/>
                    <a:pt x="7209" y="19386"/>
                  </a:cubicBezTo>
                  <a:cubicBezTo>
                    <a:pt x="10653" y="20916"/>
                    <a:pt x="15245" y="21108"/>
                    <a:pt x="98474" y="21108"/>
                  </a:cubicBezTo>
                  <a:cubicBezTo>
                    <a:pt x="181704" y="21108"/>
                    <a:pt x="186487" y="21108"/>
                    <a:pt x="189740" y="19386"/>
                  </a:cubicBezTo>
                  <a:cubicBezTo>
                    <a:pt x="194332" y="17281"/>
                    <a:pt x="196245" y="14985"/>
                    <a:pt x="196819" y="11350"/>
                  </a:cubicBezTo>
                  <a:cubicBezTo>
                    <a:pt x="197393" y="7523"/>
                    <a:pt x="194714" y="3888"/>
                    <a:pt x="189740" y="1592"/>
                  </a:cubicBezTo>
                  <a:cubicBezTo>
                    <a:pt x="186296" y="61"/>
                    <a:pt x="181895" y="-130"/>
                    <a:pt x="98283" y="61"/>
                  </a:cubicBezTo>
                  <a:cubicBezTo>
                    <a:pt x="39926" y="61"/>
                    <a:pt x="9887" y="444"/>
                    <a:pt x="7974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673" name="Freeform: Shape 16"/>
            <p:cNvSpPr/>
            <p:nvPr/>
          </p:nvSpPr>
          <p:spPr>
            <a:xfrm>
              <a:off x="3838320" y="6501600"/>
              <a:ext cx="196200" cy="20880"/>
            </a:xfrm>
            <a:custGeom>
              <a:avLst/>
              <a:gdLst>
                <a:gd name="textAreaLeft" fmla="*/ 0 w 196200"/>
                <a:gd name="textAreaRight" fmla="*/ 196560 w 196200"/>
                <a:gd name="textAreaTop" fmla="*/ 0 h 20880"/>
                <a:gd name="textAreaBottom" fmla="*/ 21240 h 20880"/>
                <a:gd name="GluePoint1X" fmla="*/ 7845 w 196689"/>
                <a:gd name="GluePoint1Y" fmla="*/ 1018 h 21299"/>
                <a:gd name="GluePoint2X" fmla="*/ 0 w 196689"/>
                <a:gd name="GluePoint2Y" fmla="*/ 10585 h 21299"/>
                <a:gd name="GluePoint3X" fmla="*/ 7079 w 196689"/>
                <a:gd name="GluePoint3Y" fmla="*/ 19577 h 21299"/>
                <a:gd name="GluePoint4X" fmla="*/ 98345 w 196689"/>
                <a:gd name="GluePoint4Y" fmla="*/ 21299 h 21299"/>
                <a:gd name="GluePoint5X" fmla="*/ 189610 w 196689"/>
                <a:gd name="GluePoint5Y" fmla="*/ 19577 h 21299"/>
                <a:gd name="GluePoint6X" fmla="*/ 196690 w 196689"/>
                <a:gd name="GluePoint6Y" fmla="*/ 10585 h 21299"/>
                <a:gd name="GluePoint7X" fmla="*/ 189610 w 196689"/>
                <a:gd name="GluePoint7Y" fmla="*/ 1592 h 21299"/>
                <a:gd name="GluePoint8X" fmla="*/ 98345 w 196689"/>
                <a:gd name="GluePoint8Y" fmla="*/ 61 h 21299"/>
                <a:gd name="GluePoint9X" fmla="*/ 7845 w 196689"/>
                <a:gd name="GluePoint9Y" fmla="*/ 1018 h 212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96689" h="21299">
                  <a:moveTo>
                    <a:pt x="7845" y="1018"/>
                  </a:moveTo>
                  <a:cubicBezTo>
                    <a:pt x="3444" y="2549"/>
                    <a:pt x="0" y="6567"/>
                    <a:pt x="0" y="10585"/>
                  </a:cubicBezTo>
                  <a:cubicBezTo>
                    <a:pt x="0" y="14602"/>
                    <a:pt x="2105" y="17281"/>
                    <a:pt x="7079" y="19577"/>
                  </a:cubicBezTo>
                  <a:cubicBezTo>
                    <a:pt x="10523" y="21108"/>
                    <a:pt x="15115" y="21299"/>
                    <a:pt x="98345" y="21299"/>
                  </a:cubicBezTo>
                  <a:cubicBezTo>
                    <a:pt x="181574" y="21299"/>
                    <a:pt x="186358" y="21299"/>
                    <a:pt x="189610" y="19577"/>
                  </a:cubicBezTo>
                  <a:cubicBezTo>
                    <a:pt x="194585" y="17281"/>
                    <a:pt x="196690" y="14794"/>
                    <a:pt x="196690" y="10585"/>
                  </a:cubicBezTo>
                  <a:cubicBezTo>
                    <a:pt x="196690" y="6567"/>
                    <a:pt x="194585" y="3888"/>
                    <a:pt x="189610" y="1592"/>
                  </a:cubicBezTo>
                  <a:cubicBezTo>
                    <a:pt x="186166" y="61"/>
                    <a:pt x="181766" y="-130"/>
                    <a:pt x="98345" y="61"/>
                  </a:cubicBezTo>
                  <a:cubicBezTo>
                    <a:pt x="41328" y="61"/>
                    <a:pt x="9758" y="444"/>
                    <a:pt x="7845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TextBox 71"/>
          <p:cNvSpPr/>
          <p:nvPr/>
        </p:nvSpPr>
        <p:spPr>
          <a:xfrm>
            <a:off x="4196520" y="4558680"/>
            <a:ext cx="5868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75" name="Graphic 6" descr="Server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5587920" y="4043160"/>
            <a:ext cx="560880" cy="508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76" name="TextBox 140"/>
          <p:cNvSpPr/>
          <p:nvPr/>
        </p:nvSpPr>
        <p:spPr>
          <a:xfrm>
            <a:off x="5358600" y="4461480"/>
            <a:ext cx="127476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Publicresults fly.dev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77" name="Connector: Curved 15"/>
          <p:cNvCxnSpPr>
            <a:stCxn id="675" idx="3"/>
            <a:endCxn id="678" idx="0"/>
          </p:cNvCxnSpPr>
          <p:nvPr/>
        </p:nvCxnSpPr>
        <p:spPr>
          <a:xfrm rot="5400000">
            <a:off x="5607360" y="4477320"/>
            <a:ext cx="721440" cy="361440"/>
          </a:xfrm>
          <a:prstGeom prst="curvedConnector4">
            <a:avLst>
              <a:gd name="adj1" fmla="val 33849"/>
              <a:gd name="adj2" fmla="val 50049"/>
            </a:avLst>
          </a:prstGeom>
          <a:ln>
            <a:solidFill>
              <a:srgbClr val="FFFFFF">
                <a:lumMod val="75000"/>
              </a:srgbClr>
            </a:solidFill>
            <a:tailEnd len="med" type="triangle" w="med"/>
          </a:ln>
        </p:spPr>
      </p:cxnSp>
      <p:pic>
        <p:nvPicPr>
          <p:cNvPr id="679" name="Graphic 91" descr="Smart Phone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5659560" y="501840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0" name="Graphic 268"/>
          <p:cNvPicPr/>
          <p:nvPr/>
        </p:nvPicPr>
        <p:blipFill>
          <a:blip r:embed="rId5"/>
          <a:srcRect l="0" t="19756" r="0" b="39177"/>
          <a:stretch/>
        </p:blipFill>
        <p:spPr>
          <a:xfrm>
            <a:off x="4123080" y="610992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681" name="Graphic 298"/>
          <p:cNvPicPr/>
          <p:nvPr/>
        </p:nvPicPr>
        <p:blipFill>
          <a:blip r:embed="rId6"/>
          <a:srcRect l="0" t="19756" r="0" b="39177"/>
          <a:stretch/>
        </p:blipFill>
        <p:spPr>
          <a:xfrm>
            <a:off x="3227760" y="337284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2" name="TextBox 354"/>
          <p:cNvSpPr/>
          <p:nvPr/>
        </p:nvSpPr>
        <p:spPr>
          <a:xfrm>
            <a:off x="5550120" y="6703200"/>
            <a:ext cx="938880" cy="559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Facebook/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YouTube Live Streaming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683" name="Connector: Elbow 385"/>
          <p:cNvCxnSpPr/>
          <p:nvPr/>
        </p:nvCxnSpPr>
        <p:spPr>
          <a:xfrm flipV="1" rot="16200000">
            <a:off x="1532160" y="5858280"/>
            <a:ext cx="4685400" cy="6120"/>
          </a:xfrm>
          <a:prstGeom prst="bentConnector3">
            <a:avLst>
              <a:gd name="adj1" fmla="val 50000"/>
            </a:avLst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684" name="TextBox 404"/>
          <p:cNvSpPr/>
          <p:nvPr/>
        </p:nvSpPr>
        <p:spPr>
          <a:xfrm>
            <a:off x="3254400" y="315504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 1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Switch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5" name="TextBox 406"/>
          <p:cNvSpPr/>
          <p:nvPr/>
        </p:nvSpPr>
        <p:spPr>
          <a:xfrm>
            <a:off x="4053240" y="588888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Competition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6" name="TextBox 73"/>
          <p:cNvSpPr/>
          <p:nvPr/>
        </p:nvSpPr>
        <p:spPr>
          <a:xfrm>
            <a:off x="5760360" y="4997880"/>
            <a:ext cx="9806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Phone/remote Scoreboards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87" name="Graphic 34"/>
          <p:cNvPicPr/>
          <p:nvPr/>
        </p:nvPicPr>
        <p:blipFill>
          <a:blip r:embed="rId7"/>
          <a:srcRect l="0" t="19756" r="0" b="39177"/>
          <a:stretch/>
        </p:blipFill>
        <p:spPr>
          <a:xfrm>
            <a:off x="3108600" y="827172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88" name="TextBox 56"/>
          <p:cNvSpPr/>
          <p:nvPr/>
        </p:nvSpPr>
        <p:spPr>
          <a:xfrm>
            <a:off x="3115800" y="804528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Platform 2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Switch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9" name="TextBox 57"/>
          <p:cNvSpPr/>
          <p:nvPr/>
        </p:nvSpPr>
        <p:spPr>
          <a:xfrm>
            <a:off x="2313000" y="828036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Identical to Platform 1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0" name="Title 152"/>
          <p:cNvSpPr/>
          <p:nvPr/>
        </p:nvSpPr>
        <p:spPr>
          <a:xfrm>
            <a:off x="471600" y="486720"/>
            <a:ext cx="5914800" cy="354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defTabSz="685800">
              <a:lnSpc>
                <a:spcPct val="90000"/>
              </a:lnSpc>
            </a:pPr>
            <a:r>
              <a:rPr lang="en-CA" sz="2800" b="0" u="none" strike="noStrike">
                <a:solidFill>
                  <a:schemeClr val="dk1"/>
                </a:solidFill>
                <a:effectLst/>
                <a:uFillTx/>
                <a:latin typeface="Calibri Light"/>
              </a:rPr>
              <a:t>Fully-Compliant Setup</a:t>
            </a:r>
            <a:endParaRPr lang="en-CA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691" name="Group 1"/>
          <p:cNvGrpSpPr/>
          <p:nvPr/>
        </p:nvGrpSpPr>
        <p:grpSpPr>
          <a:xfrm>
            <a:off x="2144880" y="1187640"/>
            <a:ext cx="767880" cy="547200"/>
            <a:chOff x="2144880" y="1187640"/>
            <a:chExt cx="767880" cy="547200"/>
          </a:xfrm>
        </p:grpSpPr>
        <p:pic>
          <p:nvPicPr>
            <p:cNvPr id="692" name="Graphic 4" descr="Laptop"/>
            <p:cNvPicPr/>
            <p:nvPr/>
          </p:nvPicPr>
          <p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/>
          </p:blipFill>
          <p:spPr>
            <a:xfrm>
              <a:off x="2310120" y="118764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93" name="TextBox 7"/>
            <p:cNvSpPr/>
            <p:nvPr/>
          </p:nvSpPr>
          <p:spPr>
            <a:xfrm>
              <a:off x="2144880" y="1487160"/>
              <a:ext cx="76788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Announcer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694" name="Group 12"/>
          <p:cNvGrpSpPr/>
          <p:nvPr/>
        </p:nvGrpSpPr>
        <p:grpSpPr>
          <a:xfrm>
            <a:off x="2220840" y="3276000"/>
            <a:ext cx="615600" cy="571680"/>
            <a:chOff x="2220840" y="3276000"/>
            <a:chExt cx="615600" cy="571680"/>
          </a:xfrm>
        </p:grpSpPr>
        <p:sp>
          <p:nvSpPr>
            <p:cNvPr id="695" name="TextBox 13"/>
            <p:cNvSpPr/>
            <p:nvPr/>
          </p:nvSpPr>
          <p:spPr>
            <a:xfrm>
              <a:off x="2220840" y="3600000"/>
              <a:ext cx="61560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Marshal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696" name="Graphic 20" descr="Laptop"/>
            <p:cNvPicPr/>
            <p:nvPr/>
          </p:nvPicPr>
          <p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/>
          </p:blipFill>
          <p:spPr>
            <a:xfrm>
              <a:off x="2310120" y="327600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697" name="Group 30"/>
          <p:cNvGrpSpPr/>
          <p:nvPr/>
        </p:nvGrpSpPr>
        <p:grpSpPr>
          <a:xfrm>
            <a:off x="1915560" y="5444280"/>
            <a:ext cx="1242360" cy="561240"/>
            <a:chOff x="1915560" y="5444280"/>
            <a:chExt cx="1242360" cy="561240"/>
          </a:xfrm>
        </p:grpSpPr>
        <p:pic>
          <p:nvPicPr>
            <p:cNvPr id="698" name="Graphic 32" descr="Laptop"/>
            <p:cNvPicPr/>
            <p:nvPr/>
          </p:nvPicPr>
          <p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/>
          </p:blipFill>
          <p:spPr>
            <a:xfrm>
              <a:off x="2310120" y="544428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699" name="TextBox 33"/>
            <p:cNvSpPr/>
            <p:nvPr/>
          </p:nvSpPr>
          <p:spPr>
            <a:xfrm>
              <a:off x="1915560" y="5757840"/>
              <a:ext cx="124236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fr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Athlete-facing Clock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00" name="Group 35"/>
          <p:cNvGrpSpPr/>
          <p:nvPr/>
        </p:nvGrpSpPr>
        <p:grpSpPr>
          <a:xfrm>
            <a:off x="2310120" y="6325920"/>
            <a:ext cx="437040" cy="585720"/>
            <a:chOff x="2310120" y="6325920"/>
            <a:chExt cx="437040" cy="585720"/>
          </a:xfrm>
        </p:grpSpPr>
        <p:pic>
          <p:nvPicPr>
            <p:cNvPr id="701" name="Graphic 36" descr="Laptop"/>
            <p:cNvPicPr/>
            <p:nvPr/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/>
          </p:blipFill>
          <p:spPr>
            <a:xfrm>
              <a:off x="2310120" y="632592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702" name="TextBox 37"/>
            <p:cNvSpPr/>
            <p:nvPr/>
          </p:nvSpPr>
          <p:spPr>
            <a:xfrm>
              <a:off x="2329200" y="6663960"/>
              <a:ext cx="399240" cy="247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r>
                <a:rPr lang="en-CA" sz="1010" b="0" u="none" strike="noStrike">
                  <a:solidFill>
                    <a:schemeClr val="dk1"/>
                  </a:solidFill>
                  <a:effectLst/>
                  <a:uFillTx/>
                  <a:latin typeface="Calibri"/>
                </a:rPr>
                <a:t>Jury</a:t>
              </a: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703" name="Group 38"/>
          <p:cNvGrpSpPr/>
          <p:nvPr/>
        </p:nvGrpSpPr>
        <p:grpSpPr>
          <a:xfrm>
            <a:off x="203040" y="5436000"/>
            <a:ext cx="231480" cy="118440"/>
            <a:chOff x="203040" y="5436000"/>
            <a:chExt cx="231480" cy="118440"/>
          </a:xfrm>
        </p:grpSpPr>
        <p:sp>
          <p:nvSpPr>
            <p:cNvPr id="704" name="Rectangle 39"/>
            <p:cNvSpPr/>
            <p:nvPr/>
          </p:nvSpPr>
          <p:spPr>
            <a:xfrm>
              <a:off x="203040" y="543888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705" name="Graphic 40" descr="Close with solid fill"/>
            <p:cNvPicPr/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/>
          </p:blipFill>
          <p:spPr>
            <a:xfrm>
              <a:off x="312120" y="54388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06" name="Graphic 42" descr="Checkmark with solid fill"/>
            <p:cNvPicPr/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/>
          </p:blipFill>
          <p:spPr>
            <a:xfrm>
              <a:off x="220680" y="543600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07" name="Group 45"/>
          <p:cNvGrpSpPr/>
          <p:nvPr/>
        </p:nvGrpSpPr>
        <p:grpSpPr>
          <a:xfrm>
            <a:off x="203040" y="5588640"/>
            <a:ext cx="231480" cy="118080"/>
            <a:chOff x="203040" y="5588640"/>
            <a:chExt cx="231480" cy="118080"/>
          </a:xfrm>
        </p:grpSpPr>
        <p:sp>
          <p:nvSpPr>
            <p:cNvPr id="708" name="Rectangle 47"/>
            <p:cNvSpPr/>
            <p:nvPr/>
          </p:nvSpPr>
          <p:spPr>
            <a:xfrm>
              <a:off x="203040" y="559116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709" name="Graphic 48" descr="Close with solid fill"/>
            <p:cNvPicPr/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/>
          </p:blipFill>
          <p:spPr>
            <a:xfrm>
              <a:off x="312120" y="559116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10" name="Graphic 58" descr="Checkmark with solid fill"/>
            <p:cNvPicPr/>
            <p:nvPr/>
          </p:nvPicPr>
          <p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/>
          </p:blipFill>
          <p:spPr>
            <a:xfrm>
              <a:off x="220680" y="55886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11" name="Group 59"/>
          <p:cNvGrpSpPr/>
          <p:nvPr/>
        </p:nvGrpSpPr>
        <p:grpSpPr>
          <a:xfrm>
            <a:off x="203040" y="5740920"/>
            <a:ext cx="231480" cy="118080"/>
            <a:chOff x="203040" y="5740920"/>
            <a:chExt cx="231480" cy="118080"/>
          </a:xfrm>
        </p:grpSpPr>
        <p:sp>
          <p:nvSpPr>
            <p:cNvPr id="712" name="Rectangle 60"/>
            <p:cNvSpPr/>
            <p:nvPr/>
          </p:nvSpPr>
          <p:spPr>
            <a:xfrm>
              <a:off x="203040" y="574344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713" name="Graphic 63" descr="Close with solid fill"/>
            <p:cNvPicPr/>
            <p:nvPr/>
          </p:nvPicPr>
          <p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/>
          </p:blipFill>
          <p:spPr>
            <a:xfrm>
              <a:off x="312120" y="57434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14" name="Graphic 65" descr="Checkmark with solid fill"/>
            <p:cNvPicPr/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/>
          </p:blipFill>
          <p:spPr>
            <a:xfrm>
              <a:off x="220680" y="574092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15" name="Rectangle 67"/>
          <p:cNvSpPr/>
          <p:nvPr/>
        </p:nvSpPr>
        <p:spPr>
          <a:xfrm>
            <a:off x="701280" y="5575680"/>
            <a:ext cx="152280" cy="18360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6" name="Rectangle 69"/>
          <p:cNvSpPr/>
          <p:nvPr/>
        </p:nvSpPr>
        <p:spPr>
          <a:xfrm>
            <a:off x="606960" y="6441480"/>
            <a:ext cx="340920" cy="219960"/>
          </a:xfrm>
          <a:prstGeom prst="rect">
            <a:avLst/>
          </a:prstGeom>
          <a:solidFill>
            <a:srgbClr val="A5A5A5"/>
          </a:solidFill>
          <a:ln>
            <a:solidFill>
              <a:srgbClr val="7A7A7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CA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grpSp>
        <p:nvGrpSpPr>
          <p:cNvPr id="717" name="Group 72"/>
          <p:cNvGrpSpPr/>
          <p:nvPr/>
        </p:nvGrpSpPr>
        <p:grpSpPr>
          <a:xfrm>
            <a:off x="188640" y="6324840"/>
            <a:ext cx="231480" cy="118080"/>
            <a:chOff x="188640" y="6324840"/>
            <a:chExt cx="231480" cy="118080"/>
          </a:xfrm>
        </p:grpSpPr>
        <p:sp>
          <p:nvSpPr>
            <p:cNvPr id="718" name="Rectangle 81"/>
            <p:cNvSpPr/>
            <p:nvPr/>
          </p:nvSpPr>
          <p:spPr>
            <a:xfrm>
              <a:off x="188640" y="632736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719" name="Graphic 82" descr="Close with solid fill"/>
            <p:cNvPicPr/>
            <p:nvPr/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/>
          </p:blipFill>
          <p:spPr>
            <a:xfrm>
              <a:off x="297720" y="632736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0" name="Graphic 83" descr="Checkmark with solid fill"/>
            <p:cNvPicPr/>
            <p:nvPr/>
          </p:nvPicPr>
          <p:blipFill>
            <a:blip r:embed="rId30"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/>
          </p:blipFill>
          <p:spPr>
            <a:xfrm>
              <a:off x="206280" y="63248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21" name="Group 85"/>
          <p:cNvGrpSpPr/>
          <p:nvPr/>
        </p:nvGrpSpPr>
        <p:grpSpPr>
          <a:xfrm>
            <a:off x="188640" y="6477120"/>
            <a:ext cx="231480" cy="118080"/>
            <a:chOff x="188640" y="6477120"/>
            <a:chExt cx="231480" cy="118080"/>
          </a:xfrm>
        </p:grpSpPr>
        <p:sp>
          <p:nvSpPr>
            <p:cNvPr id="722" name="Rectangle 86"/>
            <p:cNvSpPr/>
            <p:nvPr/>
          </p:nvSpPr>
          <p:spPr>
            <a:xfrm>
              <a:off x="188640" y="647964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723" name="Graphic 87" descr="Close with solid fill"/>
            <p:cNvPicPr/>
            <p:nvPr/>
          </p:nvPicPr>
          <p:blipFill>
            <a:blip r:embed="rId32">
              <a:extLst>
                <a:ext uri="{96DAC541-7B7A-43D3-8B79-37D633B846F1}">
                  <asvg:svgBlip xmlns:asvg="http://schemas.microsoft.com/office/drawing/2016/SVG/main" r:embed="rId33"/>
                </a:ext>
              </a:extLst>
            </a:blip>
            <a:stretch/>
          </p:blipFill>
          <p:spPr>
            <a:xfrm>
              <a:off x="297720" y="647964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4" name="Graphic 89" descr="Checkmark with solid fill"/>
            <p:cNvPicPr/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/>
          </p:blipFill>
          <p:spPr>
            <a:xfrm>
              <a:off x="206280" y="647712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725" name="Group 90"/>
          <p:cNvGrpSpPr/>
          <p:nvPr/>
        </p:nvGrpSpPr>
        <p:grpSpPr>
          <a:xfrm>
            <a:off x="188640" y="6629400"/>
            <a:ext cx="231480" cy="118440"/>
            <a:chOff x="188640" y="6629400"/>
            <a:chExt cx="231480" cy="118440"/>
          </a:xfrm>
        </p:grpSpPr>
        <p:sp>
          <p:nvSpPr>
            <p:cNvPr id="726" name="Rectangle 92"/>
            <p:cNvSpPr/>
            <p:nvPr/>
          </p:nvSpPr>
          <p:spPr>
            <a:xfrm>
              <a:off x="188640" y="663228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pic>
          <p:nvPicPr>
            <p:cNvPr id="727" name="Graphic 93" descr="Close with solid fill"/>
            <p:cNvPicPr/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/>
          </p:blipFill>
          <p:spPr>
            <a:xfrm>
              <a:off x="297720" y="663228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728" name="Graphic 94" descr="Checkmark with solid fill"/>
            <p:cNvPicPr/>
            <p:nvPr/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tretch/>
          </p:blipFill>
          <p:spPr>
            <a:xfrm>
              <a:off x="206280" y="6629400"/>
              <a:ext cx="108360" cy="11556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729" name="TextBox 95"/>
          <p:cNvSpPr/>
          <p:nvPr/>
        </p:nvSpPr>
        <p:spPr>
          <a:xfrm>
            <a:off x="541440" y="6666480"/>
            <a:ext cx="46944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Jury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0" name="TextBox 98"/>
          <p:cNvSpPr/>
          <p:nvPr/>
        </p:nvSpPr>
        <p:spPr>
          <a:xfrm>
            <a:off x="468360" y="5765400"/>
            <a:ext cx="61560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Referee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 +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Down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1" name="Connector: Elbow 99"/>
          <p:cNvCxnSpPr>
            <a:stCxn id="732" idx="3"/>
            <a:endCxn id="692" idx="1"/>
          </p:cNvCxnSpPr>
          <p:nvPr/>
        </p:nvCxnSpPr>
        <p:spPr>
          <a:xfrm>
            <a:off x="1023120" y="1415160"/>
            <a:ext cx="1287360" cy="720"/>
          </a:xfrm>
          <a:prstGeom prst="bentConnector3">
            <a:avLst>
              <a:gd name="adj1" fmla="val 50013"/>
            </a:avLst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733" name="Straight Arrow Connector 100"/>
          <p:cNvCxnSpPr>
            <a:stCxn id="698" idx="1"/>
            <a:endCxn id="715" idx="3"/>
          </p:cNvCxnSpPr>
          <p:nvPr/>
        </p:nvCxnSpPr>
        <p:spPr>
          <a:xfrm flipH="1" flipV="1">
            <a:off x="853560" y="5667480"/>
            <a:ext cx="1456920" cy="504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734" name="Straight Arrow Connector 101"/>
          <p:cNvCxnSpPr>
            <a:stCxn id="701" idx="1"/>
            <a:endCxn id="716" idx="3"/>
          </p:cNvCxnSpPr>
          <p:nvPr/>
        </p:nvCxnSpPr>
        <p:spPr>
          <a:xfrm flipH="1" flipV="1">
            <a:off x="947880" y="6551640"/>
            <a:ext cx="1362600" cy="2520"/>
          </a:xfrm>
          <a:prstGeom prst="straightConnector1">
            <a:avLst/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735" name="TextBox 102"/>
          <p:cNvSpPr/>
          <p:nvPr/>
        </p:nvSpPr>
        <p:spPr>
          <a:xfrm>
            <a:off x="1899000" y="124020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6" name="TextBox 104"/>
          <p:cNvSpPr/>
          <p:nvPr/>
        </p:nvSpPr>
        <p:spPr>
          <a:xfrm>
            <a:off x="1920600" y="550584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7" name="TextBox 105"/>
          <p:cNvSpPr/>
          <p:nvPr/>
        </p:nvSpPr>
        <p:spPr>
          <a:xfrm>
            <a:off x="1920600" y="6387120"/>
            <a:ext cx="352800" cy="214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USB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38" name="Straight Connector 106"/>
          <p:cNvCxnSpPr/>
          <p:nvPr/>
        </p:nvCxnSpPr>
        <p:spPr>
          <a:xfrm>
            <a:off x="3290400" y="1415160"/>
            <a:ext cx="360" cy="5171040"/>
          </a:xfrm>
          <a:prstGeom prst="straightConnector1">
            <a:avLst/>
          </a:prstGeom>
          <a:ln w="15875">
            <a:solidFill>
              <a:srgbClr val="ED7D31"/>
            </a:solidFill>
          </a:ln>
        </p:spPr>
      </p:cxnSp>
      <p:cxnSp>
        <p:nvCxnSpPr>
          <p:cNvPr id="739" name="Straight Arrow Connector 107"/>
          <p:cNvCxnSpPr>
            <a:endCxn id="692" idx="3"/>
          </p:cNvCxnSpPr>
          <p:nvPr/>
        </p:nvCxnSpPr>
        <p:spPr>
          <a:xfrm flipH="1">
            <a:off x="2747160" y="1415520"/>
            <a:ext cx="54360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740" name="Straight Arrow Connector 108"/>
          <p:cNvCxnSpPr/>
          <p:nvPr/>
        </p:nvCxnSpPr>
        <p:spPr>
          <a:xfrm flipH="1">
            <a:off x="2747520" y="568008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741" name="Straight Arrow Connector 109"/>
          <p:cNvCxnSpPr/>
          <p:nvPr/>
        </p:nvCxnSpPr>
        <p:spPr>
          <a:xfrm flipH="1">
            <a:off x="2747520" y="656424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742" name="Straight Arrow Connector 110"/>
          <p:cNvCxnSpPr/>
          <p:nvPr/>
        </p:nvCxnSpPr>
        <p:spPr>
          <a:xfrm flipH="1">
            <a:off x="2747520" y="350712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sp>
        <p:nvSpPr>
          <p:cNvPr id="743" name="TextBox 111"/>
          <p:cNvSpPr/>
          <p:nvPr/>
        </p:nvSpPr>
        <p:spPr>
          <a:xfrm>
            <a:off x="372960" y="1456200"/>
            <a:ext cx="8280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Timekeeper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Box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4" name="TextBox 113"/>
          <p:cNvSpPr/>
          <p:nvPr/>
        </p:nvSpPr>
        <p:spPr>
          <a:xfrm>
            <a:off x="1130400" y="295200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 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5" name="Graphic 115" descr="Monitor with solid fill"/>
          <p:cNvPicPr/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/>
        </p:blipFill>
        <p:spPr>
          <a:xfrm>
            <a:off x="1382400" y="25556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46" name="TextBox 116"/>
          <p:cNvSpPr/>
          <p:nvPr/>
        </p:nvSpPr>
        <p:spPr>
          <a:xfrm>
            <a:off x="1130400" y="220896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47" name="Graphic 117" descr="Monitor with solid fill"/>
          <p:cNvPicPr/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/>
        </p:blipFill>
        <p:spPr>
          <a:xfrm>
            <a:off x="1382400" y="18356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48" name="Picture 2" descr="Cheapest Computer Chip Raspberry Pi!"/>
          <p:cNvPicPr/>
          <p:nvPr/>
        </p:nvPicPr>
        <p:blipFill>
          <a:blip r:embed="rId44"/>
          <a:stretch/>
        </p:blipFill>
        <p:spPr>
          <a:xfrm flipH="1">
            <a:off x="2435400" y="195696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49" name="Straight Arrow Connector 120"/>
          <p:cNvCxnSpPr/>
          <p:nvPr/>
        </p:nvCxnSpPr>
        <p:spPr>
          <a:xfrm flipH="1">
            <a:off x="2750400" y="206460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750" name="Straight Arrow Connector 121"/>
          <p:cNvCxnSpPr/>
          <p:nvPr/>
        </p:nvCxnSpPr>
        <p:spPr>
          <a:xfrm flipH="1">
            <a:off x="1886040" y="2060280"/>
            <a:ext cx="46620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751" name="TextBox 122"/>
          <p:cNvSpPr/>
          <p:nvPr/>
        </p:nvSpPr>
        <p:spPr>
          <a:xfrm>
            <a:off x="1928520" y="191664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2" name="TextBox 123"/>
          <p:cNvSpPr/>
          <p:nvPr/>
        </p:nvSpPr>
        <p:spPr>
          <a:xfrm>
            <a:off x="1127160" y="507600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 Attempt 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3" name="Graphic 124" descr="Monitor with solid fill"/>
          <p:cNvPicPr/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tretch/>
        </p:blipFill>
        <p:spPr>
          <a:xfrm>
            <a:off x="1387080" y="474516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54" name="TextBox 125"/>
          <p:cNvSpPr/>
          <p:nvPr/>
        </p:nvSpPr>
        <p:spPr>
          <a:xfrm>
            <a:off x="1130400" y="450000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 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55" name="Graphic 132" descr="Monitor with solid fill"/>
          <p:cNvPicPr/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tretch/>
        </p:blipFill>
        <p:spPr>
          <a:xfrm>
            <a:off x="1382400" y="406800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56" name="Picture 2" descr="Cheapest Computer Chip Raspberry Pi!"/>
          <p:cNvPicPr/>
          <p:nvPr/>
        </p:nvPicPr>
        <p:blipFill>
          <a:blip r:embed="rId49"/>
          <a:stretch/>
        </p:blipFill>
        <p:spPr>
          <a:xfrm flipH="1">
            <a:off x="2435400" y="4188960"/>
            <a:ext cx="207000" cy="2070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7" name="Straight Arrow Connector 134"/>
          <p:cNvCxnSpPr/>
          <p:nvPr/>
        </p:nvCxnSpPr>
        <p:spPr>
          <a:xfrm flipH="1">
            <a:off x="2750400" y="4345560"/>
            <a:ext cx="543240" cy="360"/>
          </a:xfrm>
          <a:prstGeom prst="straightConnector1">
            <a:avLst/>
          </a:prstGeom>
          <a:ln w="12700">
            <a:solidFill>
              <a:srgbClr val="ED7D31">
                <a:lumMod val="75000"/>
              </a:srgbClr>
            </a:solidFill>
            <a:tailEnd len="med" type="triangle" w="med"/>
          </a:ln>
        </p:spPr>
      </p:cxnSp>
      <p:cxnSp>
        <p:nvCxnSpPr>
          <p:cNvPr id="758" name="Straight Arrow Connector 135"/>
          <p:cNvCxnSpPr/>
          <p:nvPr/>
        </p:nvCxnSpPr>
        <p:spPr>
          <a:xfrm flipH="1">
            <a:off x="1886040" y="4292640"/>
            <a:ext cx="466200" cy="360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759" name="TextBox 137"/>
          <p:cNvSpPr/>
          <p:nvPr/>
        </p:nvSpPr>
        <p:spPr>
          <a:xfrm>
            <a:off x="1928520" y="414900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0" name="TextBox 138"/>
          <p:cNvSpPr/>
          <p:nvPr/>
        </p:nvSpPr>
        <p:spPr>
          <a:xfrm>
            <a:off x="2068560" y="216720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Main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Room Displays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1" name="TextBox 139"/>
          <p:cNvSpPr/>
          <p:nvPr/>
        </p:nvSpPr>
        <p:spPr>
          <a:xfrm>
            <a:off x="2068560" y="439956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Room Displays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62" name="Graphic 141" descr="Monitor with solid fill"/>
          <p:cNvPicPr/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/>
        </p:blipFill>
        <p:spPr>
          <a:xfrm>
            <a:off x="1350360" y="331632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63" name="Straight Arrow Connector 144"/>
          <p:cNvCxnSpPr>
            <a:endCxn id="762" idx="3"/>
          </p:cNvCxnSpPr>
          <p:nvPr/>
        </p:nvCxnSpPr>
        <p:spPr>
          <a:xfrm flipH="1">
            <a:off x="1813320" y="3544560"/>
            <a:ext cx="466560" cy="360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764" name="TextBox 145"/>
          <p:cNvSpPr/>
          <p:nvPr/>
        </p:nvSpPr>
        <p:spPr>
          <a:xfrm>
            <a:off x="1099800" y="3714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Marshal 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765" name="Group 146"/>
          <p:cNvGrpSpPr/>
          <p:nvPr/>
        </p:nvGrpSpPr>
        <p:grpSpPr>
          <a:xfrm>
            <a:off x="604080" y="1299960"/>
            <a:ext cx="419040" cy="230400"/>
            <a:chOff x="604080" y="1299960"/>
            <a:chExt cx="419040" cy="230400"/>
          </a:xfrm>
        </p:grpSpPr>
        <p:sp>
          <p:nvSpPr>
            <p:cNvPr id="766" name="Rectangle 147"/>
            <p:cNvSpPr/>
            <p:nvPr/>
          </p:nvSpPr>
          <p:spPr>
            <a:xfrm>
              <a:off x="682920" y="1359360"/>
              <a:ext cx="231480" cy="115560"/>
            </a:xfrm>
            <a:prstGeom prst="rect">
              <a:avLst/>
            </a:prstGeom>
            <a:solidFill>
              <a:srgbClr val="A5A5A5"/>
            </a:solidFill>
            <a:ln>
              <a:solidFill>
                <a:srgbClr val="7A7A7A"/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lt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32" name="TextBox 148"/>
            <p:cNvSpPr/>
            <p:nvPr/>
          </p:nvSpPr>
          <p:spPr>
            <a:xfrm>
              <a:off x="604080" y="1299960"/>
              <a:ext cx="419040" cy="230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spAutoFit/>
            </a:bodyPr>
            <a:p>
              <a:pPr defTabSz="457200">
                <a:lnSpc>
                  <a:spcPct val="100000"/>
                </a:lnSpc>
              </a:pPr>
              <a:r>
                <a:rPr lang="en-CA" sz="900" b="0" u="none" strike="noStrike">
                  <a:solidFill>
                    <a:schemeClr val="accent6">
                      <a:lumMod val="40000"/>
                      <a:lumOff val="60000"/>
                    </a:schemeClr>
                  </a:solidFill>
                  <a:effectLst/>
                  <a:uFillTx/>
                  <a:latin typeface="Webdings"/>
                </a:rPr>
                <a:t>4</a:t>
              </a:r>
              <a:r>
                <a:rPr lang="en-CA" sz="900" b="0" u="none" strike="noStrike">
                  <a:solidFill>
                    <a:srgbClr val="FF0000"/>
                  </a:solidFill>
                  <a:effectLst/>
                  <a:uFillTx/>
                  <a:latin typeface="Webdings"/>
                </a:rPr>
                <a:t>&lt;</a:t>
              </a:r>
              <a:endParaRPr lang="en-CA" sz="9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767" name="TextBox 149"/>
          <p:cNvSpPr/>
          <p:nvPr/>
        </p:nvSpPr>
        <p:spPr>
          <a:xfrm>
            <a:off x="1927800" y="339516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68" name="Connector: Elbow 150"/>
          <p:cNvCxnSpPr>
            <a:stCxn id="761" idx="2"/>
          </p:cNvCxnSpPr>
          <p:nvPr/>
        </p:nvCxnSpPr>
        <p:spPr>
          <a:xfrm rot="5400000">
            <a:off x="2112840" y="4558320"/>
            <a:ext cx="157680" cy="693000"/>
          </a:xfrm>
          <a:prstGeom prst="bentConnector3">
            <a:avLst>
              <a:gd name="adj1" fmla="val 50114"/>
            </a:avLst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769" name="TextBox 152"/>
          <p:cNvSpPr/>
          <p:nvPr/>
        </p:nvSpPr>
        <p:spPr>
          <a:xfrm>
            <a:off x="1986480" y="482616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70" name="Connector: Elbow 158"/>
          <p:cNvCxnSpPr>
            <a:stCxn id="760" idx="2"/>
          </p:cNvCxnSpPr>
          <p:nvPr/>
        </p:nvCxnSpPr>
        <p:spPr>
          <a:xfrm rot="5400000">
            <a:off x="2081880" y="2367720"/>
            <a:ext cx="230040" cy="682560"/>
          </a:xfrm>
          <a:prstGeom prst="bentConnector3">
            <a:avLst>
              <a:gd name="adj1" fmla="val 50000"/>
            </a:avLst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771" name="TextBox 160"/>
          <p:cNvSpPr/>
          <p:nvPr/>
        </p:nvSpPr>
        <p:spPr>
          <a:xfrm>
            <a:off x="1765080" y="2665800"/>
            <a:ext cx="88812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Fiber  30m 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2" name="Graphic 24" descr="Laptop"/>
          <p:cNvPicPr/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/>
        </p:blipFill>
        <p:spPr>
          <a:xfrm>
            <a:off x="4182480" y="681120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3" name="TextBox 25"/>
          <p:cNvSpPr/>
          <p:nvPr/>
        </p:nvSpPr>
        <p:spPr>
          <a:xfrm>
            <a:off x="4051080" y="7211880"/>
            <a:ext cx="817560" cy="35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ts val="1001"/>
              </a:lnSpc>
            </a:pP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OBS</a:t>
            </a:r>
            <a:br>
              <a:rPr sz="1010"/>
            </a:br>
            <a:r>
              <a:rPr lang="en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Streaming 1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74" name="Graphic 26" descr="Laptop"/>
          <p:cNvPicPr/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/>
        </p:blipFill>
        <p:spPr>
          <a:xfrm>
            <a:off x="4206240" y="421128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75" name="Straight Arrow Connector 27"/>
          <p:cNvCxnSpPr>
            <a:endCxn id="776" idx="31"/>
          </p:cNvCxnSpPr>
          <p:nvPr/>
        </p:nvCxnSpPr>
        <p:spPr>
          <a:xfrm flipH="1">
            <a:off x="4448520" y="4795200"/>
            <a:ext cx="1800" cy="201240"/>
          </a:xfrm>
          <a:prstGeom prst="straightConnector1">
            <a:avLst/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grpSp>
        <p:nvGrpSpPr>
          <p:cNvPr id="777" name="Graphic 8"/>
          <p:cNvGrpSpPr/>
          <p:nvPr/>
        </p:nvGrpSpPr>
        <p:grpSpPr>
          <a:xfrm>
            <a:off x="4223160" y="4996080"/>
            <a:ext cx="451080" cy="451440"/>
            <a:chOff x="4223160" y="4996080"/>
            <a:chExt cx="451080" cy="451440"/>
          </a:xfrm>
        </p:grpSpPr>
        <p:sp>
          <p:nvSpPr>
            <p:cNvPr id="776" name="Freeform: Shape 29"/>
            <p:cNvSpPr/>
            <p:nvPr/>
          </p:nvSpPr>
          <p:spPr>
            <a:xfrm>
              <a:off x="4223160" y="4996080"/>
              <a:ext cx="451080" cy="451440"/>
            </a:xfrm>
            <a:custGeom>
              <a:avLst/>
              <a:gdLst>
                <a:gd name="textAreaLeft" fmla="*/ 0 w 451080"/>
                <a:gd name="textAreaRight" fmla="*/ 451440 w 451080"/>
                <a:gd name="textAreaTop" fmla="*/ 0 h 451440"/>
                <a:gd name="textAreaBottom" fmla="*/ 451800 h 451440"/>
                <a:gd name="GluePoint1X" fmla="*/ 101980 w 451353"/>
                <a:gd name="GluePoint1Y" fmla="*/ 1780 h 451799"/>
                <a:gd name="GluePoint2X" fmla="*/ 76150 w 451353"/>
                <a:gd name="GluePoint2Y" fmla="*/ 21679 h 451799"/>
                <a:gd name="GluePoint3X" fmla="*/ 70410 w 451353"/>
                <a:gd name="GluePoint3Y" fmla="*/ 97255 h 451799"/>
                <a:gd name="GluePoint4X" fmla="*/ 70410 w 451353"/>
                <a:gd name="GluePoint4Y" fmla="*/ 155612 h 451799"/>
                <a:gd name="GluePoint5X" fmla="*/ 54530 w 451353"/>
                <a:gd name="GluePoint5Y" fmla="*/ 155612 h 451799"/>
                <a:gd name="GluePoint6X" fmla="*/ 21429 w 451353"/>
                <a:gd name="GluePoint6Y" fmla="*/ 161352 h 451799"/>
                <a:gd name="GluePoint7X" fmla="*/ 1531 w 451353"/>
                <a:gd name="GluePoint7Y" fmla="*/ 187182 h 451799"/>
                <a:gd name="GluePoint8X" fmla="*/ 0 w 451353"/>
                <a:gd name="GluePoint8Y" fmla="*/ 264480 h 451799"/>
                <a:gd name="GluePoint9X" fmla="*/ 4783 w 451353"/>
                <a:gd name="GluePoint9Y" fmla="*/ 351536 h 451799"/>
                <a:gd name="GluePoint10X" fmla="*/ 22577 w 451353"/>
                <a:gd name="GluePoint10Y" fmla="*/ 369330 h 451799"/>
                <a:gd name="GluePoint11X" fmla="*/ 54338 w 451353"/>
                <a:gd name="GluePoint11Y" fmla="*/ 374305 h 451799"/>
                <a:gd name="GluePoint12X" fmla="*/ 70410 w 451353"/>
                <a:gd name="GluePoint12Y" fmla="*/ 374305 h 451799"/>
                <a:gd name="GluePoint13X" fmla="*/ 70410 w 451353"/>
                <a:gd name="GluePoint13Y" fmla="*/ 393821 h 451799"/>
                <a:gd name="GluePoint14X" fmla="*/ 75194 w 451353"/>
                <a:gd name="GluePoint14Y" fmla="*/ 428834 h 451799"/>
                <a:gd name="GluePoint15X" fmla="*/ 91266 w 451353"/>
                <a:gd name="GluePoint15Y" fmla="*/ 445672 h 451799"/>
                <a:gd name="GluePoint16X" fmla="*/ 225007 w 451353"/>
                <a:gd name="GluePoint16Y" fmla="*/ 451794 h 451799"/>
                <a:gd name="GluePoint17X" fmla="*/ 359514 w 451353"/>
                <a:gd name="GluePoint17Y" fmla="*/ 446054 h 451799"/>
                <a:gd name="GluePoint18X" fmla="*/ 374820 w 451353"/>
                <a:gd name="GluePoint18Y" fmla="*/ 430939 h 451799"/>
                <a:gd name="GluePoint19X" fmla="*/ 380943 w 451353"/>
                <a:gd name="GluePoint19Y" fmla="*/ 394203 h 451799"/>
                <a:gd name="GluePoint20X" fmla="*/ 380943 w 451353"/>
                <a:gd name="GluePoint20Y" fmla="*/ 374113 h 451799"/>
                <a:gd name="GluePoint21X" fmla="*/ 396823 w 451353"/>
                <a:gd name="GluePoint21Y" fmla="*/ 374113 h 451799"/>
                <a:gd name="GluePoint22X" fmla="*/ 429924 w 451353"/>
                <a:gd name="GluePoint22Y" fmla="*/ 368373 h 451799"/>
                <a:gd name="GluePoint23X" fmla="*/ 449823 w 451353"/>
                <a:gd name="GluePoint23Y" fmla="*/ 342544 h 451799"/>
                <a:gd name="GluePoint24X" fmla="*/ 451353 w 451353"/>
                <a:gd name="GluePoint24Y" fmla="*/ 265245 h 451799"/>
                <a:gd name="GluePoint25X" fmla="*/ 446570 w 451353"/>
                <a:gd name="GluePoint25Y" fmla="*/ 178380 h 451799"/>
                <a:gd name="GluePoint26X" fmla="*/ 429541 w 451353"/>
                <a:gd name="GluePoint26Y" fmla="*/ 160778 h 451799"/>
                <a:gd name="GluePoint27X" fmla="*/ 397015 w 451353"/>
                <a:gd name="GluePoint27Y" fmla="*/ 155229 h 451799"/>
                <a:gd name="GluePoint28X" fmla="*/ 380943 w 451353"/>
                <a:gd name="GluePoint28Y" fmla="*/ 155229 h 451799"/>
                <a:gd name="GluePoint29X" fmla="*/ 380943 w 451353"/>
                <a:gd name="GluePoint29Y" fmla="*/ 96299 h 451799"/>
                <a:gd name="GluePoint30X" fmla="*/ 374820 w 451353"/>
                <a:gd name="GluePoint30Y" fmla="*/ 20722 h 451799"/>
                <a:gd name="GluePoint31X" fmla="*/ 357983 w 451353"/>
                <a:gd name="GluePoint31Y" fmla="*/ 4650 h 451799"/>
                <a:gd name="GluePoint32X" fmla="*/ 225390 w 451353"/>
                <a:gd name="GluePoint32Y" fmla="*/ 58 h 451799"/>
                <a:gd name="GluePoint33X" fmla="*/ 101980 w 451353"/>
                <a:gd name="GluePoint33Y" fmla="*/ 1780 h 451799"/>
                <a:gd name="GluePoint34X" fmla="*/ 346120 w 451353"/>
                <a:gd name="GluePoint34Y" fmla="*/ 30672 h 451799"/>
                <a:gd name="GluePoint35X" fmla="*/ 350712 w 451353"/>
                <a:gd name="GluePoint35Y" fmla="*/ 35455 h 451799"/>
                <a:gd name="GluePoint36X" fmla="*/ 352626 w 451353"/>
                <a:gd name="GluePoint36Y" fmla="*/ 38325 h 451799"/>
                <a:gd name="GluePoint37X" fmla="*/ 352626 w 451353"/>
                <a:gd name="GluePoint37Y" fmla="*/ 96873 h 451799"/>
                <a:gd name="GluePoint38X" fmla="*/ 352626 w 451353"/>
                <a:gd name="GluePoint38Y" fmla="*/ 155420 h 451799"/>
                <a:gd name="GluePoint39X" fmla="*/ 225581 w 451353"/>
                <a:gd name="GluePoint39Y" fmla="*/ 155420 h 451799"/>
                <a:gd name="GluePoint40X" fmla="*/ 98536 w 451353"/>
                <a:gd name="GluePoint40Y" fmla="*/ 155420 h 451799"/>
                <a:gd name="GluePoint41X" fmla="*/ 98536 w 451353"/>
                <a:gd name="GluePoint41Y" fmla="*/ 96873 h 451799"/>
                <a:gd name="GluePoint42X" fmla="*/ 98536 w 451353"/>
                <a:gd name="GluePoint42Y" fmla="*/ 38325 h 451799"/>
                <a:gd name="GluePoint43X" fmla="*/ 100641 w 451353"/>
                <a:gd name="GluePoint43Y" fmla="*/ 35264 h 451799"/>
                <a:gd name="GluePoint44X" fmla="*/ 105616 w 451353"/>
                <a:gd name="GluePoint44Y" fmla="*/ 30289 h 451799"/>
                <a:gd name="GluePoint45X" fmla="*/ 108677 w 451353"/>
                <a:gd name="GluePoint45Y" fmla="*/ 28184 h 451799"/>
                <a:gd name="GluePoint46X" fmla="*/ 226346 w 451353"/>
                <a:gd name="GluePoint46Y" fmla="*/ 28376 h 451799"/>
                <a:gd name="GluePoint47X" fmla="*/ 344016 w 451353"/>
                <a:gd name="GluePoint47Y" fmla="*/ 28567 h 451799"/>
                <a:gd name="GluePoint48X" fmla="*/ 346120 w 451353"/>
                <a:gd name="GluePoint48Y" fmla="*/ 30672 h 451799"/>
                <a:gd name="GluePoint49X" fmla="*/ 416148 w 451353"/>
                <a:gd name="GluePoint49Y" fmla="*/ 185651 h 451799"/>
                <a:gd name="GluePoint50X" fmla="*/ 420931 w 451353"/>
                <a:gd name="GluePoint50Y" fmla="*/ 190243 h 451799"/>
                <a:gd name="GluePoint51X" fmla="*/ 422845 w 451353"/>
                <a:gd name="GluePoint51Y" fmla="*/ 265054 h 451799"/>
                <a:gd name="GluePoint52X" fmla="*/ 420931 w 451353"/>
                <a:gd name="GluePoint52Y" fmla="*/ 339674 h 451799"/>
                <a:gd name="GluePoint53X" fmla="*/ 397589 w 451353"/>
                <a:gd name="GluePoint53Y" fmla="*/ 345987 h 451799"/>
                <a:gd name="GluePoint54X" fmla="*/ 380943 w 451353"/>
                <a:gd name="GluePoint54Y" fmla="*/ 346179 h 451799"/>
                <a:gd name="GluePoint55X" fmla="*/ 380943 w 451353"/>
                <a:gd name="GluePoint55Y" fmla="*/ 332212 h 451799"/>
                <a:gd name="GluePoint56X" fmla="*/ 380943 w 451353"/>
                <a:gd name="GluePoint56Y" fmla="*/ 318244 h 451799"/>
                <a:gd name="GluePoint57X" fmla="*/ 384387 w 451353"/>
                <a:gd name="GluePoint57Y" fmla="*/ 317288 h 451799"/>
                <a:gd name="GluePoint58X" fmla="*/ 393762 w 451353"/>
                <a:gd name="GluePoint58Y" fmla="*/ 308678 h 451799"/>
                <a:gd name="GluePoint59X" fmla="*/ 386874 w 451353"/>
                <a:gd name="GluePoint59Y" fmla="*/ 291458 h 451799"/>
                <a:gd name="GluePoint60X" fmla="*/ 225772 w 451353"/>
                <a:gd name="GluePoint60Y" fmla="*/ 289736 h 451799"/>
                <a:gd name="GluePoint61X" fmla="*/ 64670 w 451353"/>
                <a:gd name="GluePoint61Y" fmla="*/ 291458 h 451799"/>
                <a:gd name="GluePoint62X" fmla="*/ 57782 w 451353"/>
                <a:gd name="GluePoint62Y" fmla="*/ 308678 h 451799"/>
                <a:gd name="GluePoint63X" fmla="*/ 67158 w 451353"/>
                <a:gd name="GluePoint63Y" fmla="*/ 317288 h 451799"/>
                <a:gd name="GluePoint64X" fmla="*/ 70602 w 451353"/>
                <a:gd name="GluePoint64Y" fmla="*/ 318244 h 451799"/>
                <a:gd name="GluePoint65X" fmla="*/ 70602 w 451353"/>
                <a:gd name="GluePoint65Y" fmla="*/ 332212 h 451799"/>
                <a:gd name="GluePoint66X" fmla="*/ 70602 w 451353"/>
                <a:gd name="GluePoint66Y" fmla="*/ 346179 h 451799"/>
                <a:gd name="GluePoint67X" fmla="*/ 54338 w 451353"/>
                <a:gd name="GluePoint67Y" fmla="*/ 346179 h 451799"/>
                <a:gd name="GluePoint68X" fmla="*/ 35205 w 451353"/>
                <a:gd name="GluePoint68Y" fmla="*/ 344074 h 451799"/>
                <a:gd name="GluePoint69X" fmla="*/ 30231 w 451353"/>
                <a:gd name="GluePoint69Y" fmla="*/ 339100 h 451799"/>
                <a:gd name="GluePoint70X" fmla="*/ 28126 w 451353"/>
                <a:gd name="GluePoint70Y" fmla="*/ 336038 h 451799"/>
                <a:gd name="GluePoint71X" fmla="*/ 28126 w 451353"/>
                <a:gd name="GluePoint71Y" fmla="*/ 264863 h 451799"/>
                <a:gd name="GluePoint72X" fmla="*/ 28126 w 451353"/>
                <a:gd name="GluePoint72Y" fmla="*/ 193687 h 451799"/>
                <a:gd name="GluePoint73X" fmla="*/ 30231 w 451353"/>
                <a:gd name="GluePoint73Y" fmla="*/ 190626 h 451799"/>
                <a:gd name="GluePoint74X" fmla="*/ 35205 w 451353"/>
                <a:gd name="GluePoint74Y" fmla="*/ 185651 h 451799"/>
                <a:gd name="GluePoint75X" fmla="*/ 38266 w 451353"/>
                <a:gd name="GluePoint75Y" fmla="*/ 183546 h 451799"/>
                <a:gd name="GluePoint76X" fmla="*/ 225581 w 451353"/>
                <a:gd name="GluePoint76Y" fmla="*/ 183546 h 451799"/>
                <a:gd name="GluePoint77X" fmla="*/ 413278 w 451353"/>
                <a:gd name="GluePoint77Y" fmla="*/ 183546 h 451799"/>
                <a:gd name="GluePoint78X" fmla="*/ 416148 w 451353"/>
                <a:gd name="GluePoint78Y" fmla="*/ 185651 h 451799"/>
                <a:gd name="GluePoint79X" fmla="*/ 352434 w 451353"/>
                <a:gd name="GluePoint79Y" fmla="*/ 366269 h 451799"/>
                <a:gd name="GluePoint80X" fmla="*/ 350330 w 451353"/>
                <a:gd name="GluePoint80Y" fmla="*/ 417163 h 451799"/>
                <a:gd name="GluePoint81X" fmla="*/ 346120 w 451353"/>
                <a:gd name="GluePoint81Y" fmla="*/ 421372 h 451799"/>
                <a:gd name="GluePoint82X" fmla="*/ 225581 w 451353"/>
                <a:gd name="GluePoint82Y" fmla="*/ 423286 h 451799"/>
                <a:gd name="GluePoint83X" fmla="*/ 105042 w 451353"/>
                <a:gd name="GluePoint83Y" fmla="*/ 421372 h 451799"/>
                <a:gd name="GluePoint84X" fmla="*/ 100832 w 451353"/>
                <a:gd name="GluePoint84Y" fmla="*/ 417163 h 451799"/>
                <a:gd name="GluePoint85X" fmla="*/ 98728 w 451353"/>
                <a:gd name="GluePoint85Y" fmla="*/ 366269 h 451799"/>
                <a:gd name="GluePoint86X" fmla="*/ 98536 w 451353"/>
                <a:gd name="GluePoint86Y" fmla="*/ 317862 h 451799"/>
                <a:gd name="GluePoint87X" fmla="*/ 225581 w 451353"/>
                <a:gd name="GluePoint87Y" fmla="*/ 317862 h 451799"/>
                <a:gd name="GluePoint88X" fmla="*/ 352626 w 451353"/>
                <a:gd name="GluePoint88Y" fmla="*/ 317862 h 451799"/>
                <a:gd name="GluePoint89X" fmla="*/ 352434 w 451353"/>
                <a:gd name="GluePoint89Y" fmla="*/ 366269 h 4517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  <a:cxn ang="0">
                  <a:pos x="GluePoint11X" y="GluePoint11Y"/>
                </a:cxn>
                <a:cxn ang="0">
                  <a:pos x="GluePoint12X" y="GluePoint12Y"/>
                </a:cxn>
                <a:cxn ang="0">
                  <a:pos x="GluePoint13X" y="GluePoint13Y"/>
                </a:cxn>
                <a:cxn ang="0">
                  <a:pos x="GluePoint14X" y="GluePoint14Y"/>
                </a:cxn>
                <a:cxn ang="0">
                  <a:pos x="GluePoint15X" y="GluePoint15Y"/>
                </a:cxn>
                <a:cxn ang="0">
                  <a:pos x="GluePoint16X" y="GluePoint16Y"/>
                </a:cxn>
                <a:cxn ang="0">
                  <a:pos x="GluePoint17X" y="GluePoint17Y"/>
                </a:cxn>
                <a:cxn ang="0">
                  <a:pos x="GluePoint18X" y="GluePoint18Y"/>
                </a:cxn>
                <a:cxn ang="0">
                  <a:pos x="GluePoint19X" y="GluePoint19Y"/>
                </a:cxn>
                <a:cxn ang="0">
                  <a:pos x="GluePoint20X" y="GluePoint20Y"/>
                </a:cxn>
                <a:cxn ang="0">
                  <a:pos x="GluePoint21X" y="GluePoint21Y"/>
                </a:cxn>
                <a:cxn ang="0">
                  <a:pos x="GluePoint22X" y="GluePoint22Y"/>
                </a:cxn>
                <a:cxn ang="0">
                  <a:pos x="GluePoint23X" y="GluePoint23Y"/>
                </a:cxn>
                <a:cxn ang="0">
                  <a:pos x="GluePoint24X" y="GluePoint24Y"/>
                </a:cxn>
                <a:cxn ang="0">
                  <a:pos x="GluePoint25X" y="GluePoint25Y"/>
                </a:cxn>
                <a:cxn ang="0">
                  <a:pos x="GluePoint26X" y="GluePoint26Y"/>
                </a:cxn>
                <a:cxn ang="0">
                  <a:pos x="GluePoint27X" y="GluePoint27Y"/>
                </a:cxn>
                <a:cxn ang="0">
                  <a:pos x="GluePoint28X" y="GluePoint28Y"/>
                </a:cxn>
                <a:cxn ang="0">
                  <a:pos x="GluePoint29X" y="GluePoint29Y"/>
                </a:cxn>
                <a:cxn ang="0">
                  <a:pos x="GluePoint30X" y="GluePoint30Y"/>
                </a:cxn>
                <a:cxn ang="0">
                  <a:pos x="GluePoint31X" y="GluePoint31Y"/>
                </a:cxn>
                <a:cxn ang="0">
                  <a:pos x="GluePoint32X" y="GluePoint32Y"/>
                </a:cxn>
                <a:cxn ang="0">
                  <a:pos x="GluePoint33X" y="GluePoint33Y"/>
                </a:cxn>
                <a:cxn ang="0">
                  <a:pos x="GluePoint34X" y="GluePoint34Y"/>
                </a:cxn>
                <a:cxn ang="0">
                  <a:pos x="GluePoint35X" y="GluePoint35Y"/>
                </a:cxn>
                <a:cxn ang="0">
                  <a:pos x="GluePoint36X" y="GluePoint36Y"/>
                </a:cxn>
                <a:cxn ang="0">
                  <a:pos x="GluePoint37X" y="GluePoint37Y"/>
                </a:cxn>
                <a:cxn ang="0">
                  <a:pos x="GluePoint38X" y="GluePoint38Y"/>
                </a:cxn>
                <a:cxn ang="0">
                  <a:pos x="GluePoint39X" y="GluePoint39Y"/>
                </a:cxn>
                <a:cxn ang="0">
                  <a:pos x="GluePoint40X" y="GluePoint40Y"/>
                </a:cxn>
                <a:cxn ang="0">
                  <a:pos x="GluePoint41X" y="GluePoint41Y"/>
                </a:cxn>
                <a:cxn ang="0">
                  <a:pos x="GluePoint42X" y="GluePoint42Y"/>
                </a:cxn>
                <a:cxn ang="0">
                  <a:pos x="GluePoint43X" y="GluePoint43Y"/>
                </a:cxn>
                <a:cxn ang="0">
                  <a:pos x="GluePoint44X" y="GluePoint44Y"/>
                </a:cxn>
                <a:cxn ang="0">
                  <a:pos x="GluePoint45X" y="GluePoint45Y"/>
                </a:cxn>
                <a:cxn ang="0">
                  <a:pos x="GluePoint46X" y="GluePoint46Y"/>
                </a:cxn>
                <a:cxn ang="0">
                  <a:pos x="GluePoint47X" y="GluePoint47Y"/>
                </a:cxn>
                <a:cxn ang="0">
                  <a:pos x="GluePoint48X" y="GluePoint48Y"/>
                </a:cxn>
                <a:cxn ang="0">
                  <a:pos x="GluePoint49X" y="GluePoint49Y"/>
                </a:cxn>
                <a:cxn ang="0">
                  <a:pos x="GluePoint50X" y="GluePoint50Y"/>
                </a:cxn>
                <a:cxn ang="0">
                  <a:pos x="GluePoint51X" y="GluePoint51Y"/>
                </a:cxn>
                <a:cxn ang="0">
                  <a:pos x="GluePoint52X" y="GluePoint52Y"/>
                </a:cxn>
                <a:cxn ang="0">
                  <a:pos x="GluePoint53X" y="GluePoint53Y"/>
                </a:cxn>
                <a:cxn ang="0">
                  <a:pos x="GluePoint54X" y="GluePoint54Y"/>
                </a:cxn>
                <a:cxn ang="0">
                  <a:pos x="GluePoint55X" y="GluePoint55Y"/>
                </a:cxn>
                <a:cxn ang="0">
                  <a:pos x="GluePoint56X" y="GluePoint56Y"/>
                </a:cxn>
                <a:cxn ang="0">
                  <a:pos x="GluePoint57X" y="GluePoint57Y"/>
                </a:cxn>
                <a:cxn ang="0">
                  <a:pos x="GluePoint58X" y="GluePoint58Y"/>
                </a:cxn>
                <a:cxn ang="0">
                  <a:pos x="GluePoint59X" y="GluePoint59Y"/>
                </a:cxn>
                <a:cxn ang="0">
                  <a:pos x="GluePoint60X" y="GluePoint60Y"/>
                </a:cxn>
                <a:cxn ang="0">
                  <a:pos x="GluePoint61X" y="GluePoint61Y"/>
                </a:cxn>
                <a:cxn ang="0">
                  <a:pos x="GluePoint62X" y="GluePoint62Y"/>
                </a:cxn>
                <a:cxn ang="0">
                  <a:pos x="GluePoint63X" y="GluePoint63Y"/>
                </a:cxn>
                <a:cxn ang="0">
                  <a:pos x="GluePoint64X" y="GluePoint64Y"/>
                </a:cxn>
                <a:cxn ang="0">
                  <a:pos x="GluePoint65X" y="GluePoint65Y"/>
                </a:cxn>
                <a:cxn ang="0">
                  <a:pos x="GluePoint66X" y="GluePoint66Y"/>
                </a:cxn>
                <a:cxn ang="0">
                  <a:pos x="GluePoint67X" y="GluePoint67Y"/>
                </a:cxn>
                <a:cxn ang="0">
                  <a:pos x="GluePoint68X" y="GluePoint68Y"/>
                </a:cxn>
                <a:cxn ang="0">
                  <a:pos x="GluePoint69X" y="GluePoint69Y"/>
                </a:cxn>
                <a:cxn ang="0">
                  <a:pos x="GluePoint70X" y="GluePoint70Y"/>
                </a:cxn>
                <a:cxn ang="0">
                  <a:pos x="GluePoint71X" y="GluePoint71Y"/>
                </a:cxn>
                <a:cxn ang="0">
                  <a:pos x="GluePoint72X" y="GluePoint72Y"/>
                </a:cxn>
                <a:cxn ang="0">
                  <a:pos x="GluePoint73X" y="GluePoint73Y"/>
                </a:cxn>
                <a:cxn ang="0">
                  <a:pos x="GluePoint74X" y="GluePoint74Y"/>
                </a:cxn>
                <a:cxn ang="0">
                  <a:pos x="GluePoint75X" y="GluePoint75Y"/>
                </a:cxn>
                <a:cxn ang="0">
                  <a:pos x="GluePoint76X" y="GluePoint76Y"/>
                </a:cxn>
                <a:cxn ang="0">
                  <a:pos x="GluePoint77X" y="GluePoint77Y"/>
                </a:cxn>
                <a:cxn ang="0">
                  <a:pos x="GluePoint78X" y="GluePoint78Y"/>
                </a:cxn>
                <a:cxn ang="0">
                  <a:pos x="GluePoint79X" y="GluePoint79Y"/>
                </a:cxn>
                <a:cxn ang="0">
                  <a:pos x="GluePoint80X" y="GluePoint80Y"/>
                </a:cxn>
                <a:cxn ang="0">
                  <a:pos x="GluePoint81X" y="GluePoint81Y"/>
                </a:cxn>
                <a:cxn ang="0">
                  <a:pos x="GluePoint82X" y="GluePoint82Y"/>
                </a:cxn>
                <a:cxn ang="0">
                  <a:pos x="GluePoint83X" y="GluePoint83Y"/>
                </a:cxn>
                <a:cxn ang="0">
                  <a:pos x="GluePoint84X" y="GluePoint84Y"/>
                </a:cxn>
                <a:cxn ang="0">
                  <a:pos x="GluePoint85X" y="GluePoint85Y"/>
                </a:cxn>
                <a:cxn ang="0">
                  <a:pos x="GluePoint86X" y="GluePoint86Y"/>
                </a:cxn>
                <a:cxn ang="0">
                  <a:pos x="GluePoint87X" y="GluePoint87Y"/>
                </a:cxn>
                <a:cxn ang="0">
                  <a:pos x="GluePoint88X" y="GluePoint88Y"/>
                </a:cxn>
                <a:cxn ang="0">
                  <a:pos x="GluePoint89X" y="GluePoint89Y"/>
                </a:cxn>
              </a:cxnLst>
              <a:rect l="textAreaLeft" t="textAreaTop" r="textAreaRight" b="textAreaBottom"/>
              <a:pathLst>
                <a:path w="451353" h="451799">
                  <a:moveTo>
                    <a:pt x="101980" y="1780"/>
                  </a:moveTo>
                  <a:cubicBezTo>
                    <a:pt x="91266" y="4650"/>
                    <a:pt x="82273" y="11538"/>
                    <a:pt x="76150" y="21679"/>
                  </a:cubicBezTo>
                  <a:cubicBezTo>
                    <a:pt x="70410" y="31246"/>
                    <a:pt x="70410" y="32202"/>
                    <a:pt x="70410" y="97255"/>
                  </a:cubicBezTo>
                  <a:lnTo>
                    <a:pt x="70410" y="155612"/>
                  </a:lnTo>
                  <a:lnTo>
                    <a:pt x="54530" y="155612"/>
                  </a:lnTo>
                  <a:cubicBezTo>
                    <a:pt x="35970" y="155612"/>
                    <a:pt x="29083" y="156760"/>
                    <a:pt x="21429" y="161352"/>
                  </a:cubicBezTo>
                  <a:cubicBezTo>
                    <a:pt x="11289" y="167474"/>
                    <a:pt x="4401" y="176467"/>
                    <a:pt x="1531" y="187182"/>
                  </a:cubicBezTo>
                  <a:cubicBezTo>
                    <a:pt x="191" y="192539"/>
                    <a:pt x="0" y="199810"/>
                    <a:pt x="0" y="264480"/>
                  </a:cubicBezTo>
                  <a:cubicBezTo>
                    <a:pt x="0" y="342161"/>
                    <a:pt x="0" y="341778"/>
                    <a:pt x="4783" y="351536"/>
                  </a:cubicBezTo>
                  <a:cubicBezTo>
                    <a:pt x="7845" y="357467"/>
                    <a:pt x="16646" y="366269"/>
                    <a:pt x="22577" y="369330"/>
                  </a:cubicBezTo>
                  <a:cubicBezTo>
                    <a:pt x="30422" y="373348"/>
                    <a:pt x="36544" y="374305"/>
                    <a:pt x="54338" y="374305"/>
                  </a:cubicBezTo>
                  <a:lnTo>
                    <a:pt x="70410" y="374305"/>
                  </a:lnTo>
                  <a:lnTo>
                    <a:pt x="70410" y="393821"/>
                  </a:lnTo>
                  <a:cubicBezTo>
                    <a:pt x="70410" y="415059"/>
                    <a:pt x="71176" y="420990"/>
                    <a:pt x="75194" y="428834"/>
                  </a:cubicBezTo>
                  <a:cubicBezTo>
                    <a:pt x="78255" y="434766"/>
                    <a:pt x="85143" y="442036"/>
                    <a:pt x="91266" y="445672"/>
                  </a:cubicBezTo>
                  <a:cubicBezTo>
                    <a:pt x="101980" y="452177"/>
                    <a:pt x="94518" y="451794"/>
                    <a:pt x="225007" y="451794"/>
                  </a:cubicBezTo>
                  <a:cubicBezTo>
                    <a:pt x="355113" y="451794"/>
                    <a:pt x="349182" y="452177"/>
                    <a:pt x="359514" y="446054"/>
                  </a:cubicBezTo>
                  <a:cubicBezTo>
                    <a:pt x="366210" y="442036"/>
                    <a:pt x="370994" y="437253"/>
                    <a:pt x="374820" y="430939"/>
                  </a:cubicBezTo>
                  <a:cubicBezTo>
                    <a:pt x="379986" y="422520"/>
                    <a:pt x="380943" y="417163"/>
                    <a:pt x="380943" y="394203"/>
                  </a:cubicBezTo>
                  <a:lnTo>
                    <a:pt x="380943" y="374113"/>
                  </a:lnTo>
                  <a:lnTo>
                    <a:pt x="396823" y="374113"/>
                  </a:lnTo>
                  <a:cubicBezTo>
                    <a:pt x="415383" y="374113"/>
                    <a:pt x="422271" y="372965"/>
                    <a:pt x="429924" y="368373"/>
                  </a:cubicBezTo>
                  <a:cubicBezTo>
                    <a:pt x="440065" y="362251"/>
                    <a:pt x="446953" y="353258"/>
                    <a:pt x="449823" y="342544"/>
                  </a:cubicBezTo>
                  <a:cubicBezTo>
                    <a:pt x="451162" y="337186"/>
                    <a:pt x="451353" y="329916"/>
                    <a:pt x="451353" y="265245"/>
                  </a:cubicBezTo>
                  <a:cubicBezTo>
                    <a:pt x="451353" y="187947"/>
                    <a:pt x="451353" y="187947"/>
                    <a:pt x="446570" y="178380"/>
                  </a:cubicBezTo>
                  <a:cubicBezTo>
                    <a:pt x="443509" y="172066"/>
                    <a:pt x="435473" y="164030"/>
                    <a:pt x="429541" y="160778"/>
                  </a:cubicBezTo>
                  <a:cubicBezTo>
                    <a:pt x="421314" y="156377"/>
                    <a:pt x="415191" y="155229"/>
                    <a:pt x="397015" y="155229"/>
                  </a:cubicBezTo>
                  <a:lnTo>
                    <a:pt x="380943" y="155229"/>
                  </a:lnTo>
                  <a:lnTo>
                    <a:pt x="380943" y="96299"/>
                  </a:lnTo>
                  <a:cubicBezTo>
                    <a:pt x="380943" y="30672"/>
                    <a:pt x="380943" y="30863"/>
                    <a:pt x="374820" y="20722"/>
                  </a:cubicBezTo>
                  <a:cubicBezTo>
                    <a:pt x="371185" y="14600"/>
                    <a:pt x="363914" y="7712"/>
                    <a:pt x="357983" y="4650"/>
                  </a:cubicBezTo>
                  <a:cubicBezTo>
                    <a:pt x="348225" y="-133"/>
                    <a:pt x="352434" y="-133"/>
                    <a:pt x="225390" y="58"/>
                  </a:cubicBezTo>
                  <a:cubicBezTo>
                    <a:pt x="117095" y="250"/>
                    <a:pt x="107337" y="441"/>
                    <a:pt x="101980" y="1780"/>
                  </a:cubicBezTo>
                  <a:close/>
                  <a:moveTo>
                    <a:pt x="346120" y="30672"/>
                  </a:moveTo>
                  <a:cubicBezTo>
                    <a:pt x="347460" y="31628"/>
                    <a:pt x="349564" y="33924"/>
                    <a:pt x="350712" y="35455"/>
                  </a:cubicBezTo>
                  <a:lnTo>
                    <a:pt x="352626" y="38325"/>
                  </a:lnTo>
                  <a:lnTo>
                    <a:pt x="352626" y="96873"/>
                  </a:lnTo>
                  <a:lnTo>
                    <a:pt x="352626" y="155420"/>
                  </a:lnTo>
                  <a:lnTo>
                    <a:pt x="225581" y="155420"/>
                  </a:lnTo>
                  <a:lnTo>
                    <a:pt x="98536" y="155420"/>
                  </a:lnTo>
                  <a:lnTo>
                    <a:pt x="98536" y="96873"/>
                  </a:lnTo>
                  <a:lnTo>
                    <a:pt x="98536" y="38325"/>
                  </a:lnTo>
                  <a:lnTo>
                    <a:pt x="100641" y="35264"/>
                  </a:lnTo>
                  <a:cubicBezTo>
                    <a:pt x="101789" y="33733"/>
                    <a:pt x="104085" y="31437"/>
                    <a:pt x="105616" y="30289"/>
                  </a:cubicBezTo>
                  <a:lnTo>
                    <a:pt x="108677" y="28184"/>
                  </a:lnTo>
                  <a:lnTo>
                    <a:pt x="226346" y="28376"/>
                  </a:lnTo>
                  <a:lnTo>
                    <a:pt x="344016" y="28567"/>
                  </a:lnTo>
                  <a:lnTo>
                    <a:pt x="346120" y="30672"/>
                  </a:lnTo>
                  <a:close/>
                  <a:moveTo>
                    <a:pt x="416148" y="185651"/>
                  </a:moveTo>
                  <a:cubicBezTo>
                    <a:pt x="417679" y="186799"/>
                    <a:pt x="419975" y="188904"/>
                    <a:pt x="420931" y="190243"/>
                  </a:cubicBezTo>
                  <a:cubicBezTo>
                    <a:pt x="422845" y="192730"/>
                    <a:pt x="422845" y="193113"/>
                    <a:pt x="422845" y="265054"/>
                  </a:cubicBezTo>
                  <a:cubicBezTo>
                    <a:pt x="422845" y="336612"/>
                    <a:pt x="422845" y="337378"/>
                    <a:pt x="420931" y="339674"/>
                  </a:cubicBezTo>
                  <a:cubicBezTo>
                    <a:pt x="416531" y="345413"/>
                    <a:pt x="415765" y="345796"/>
                    <a:pt x="397589" y="345987"/>
                  </a:cubicBezTo>
                  <a:lnTo>
                    <a:pt x="380943" y="346179"/>
                  </a:lnTo>
                  <a:lnTo>
                    <a:pt x="380943" y="332212"/>
                  </a:lnTo>
                  <a:lnTo>
                    <a:pt x="380943" y="318244"/>
                  </a:lnTo>
                  <a:lnTo>
                    <a:pt x="384387" y="317288"/>
                  </a:lnTo>
                  <a:cubicBezTo>
                    <a:pt x="389170" y="315757"/>
                    <a:pt x="392040" y="313270"/>
                    <a:pt x="393762" y="308678"/>
                  </a:cubicBezTo>
                  <a:cubicBezTo>
                    <a:pt x="396441" y="301790"/>
                    <a:pt x="393571" y="294328"/>
                    <a:pt x="386874" y="291458"/>
                  </a:cubicBezTo>
                  <a:cubicBezTo>
                    <a:pt x="383239" y="289736"/>
                    <a:pt x="379030" y="289736"/>
                    <a:pt x="225772" y="289736"/>
                  </a:cubicBezTo>
                  <a:cubicBezTo>
                    <a:pt x="72324" y="289736"/>
                    <a:pt x="68306" y="289736"/>
                    <a:pt x="64670" y="291458"/>
                  </a:cubicBezTo>
                  <a:cubicBezTo>
                    <a:pt x="57974" y="294328"/>
                    <a:pt x="55104" y="301790"/>
                    <a:pt x="57782" y="308678"/>
                  </a:cubicBezTo>
                  <a:cubicBezTo>
                    <a:pt x="59504" y="313270"/>
                    <a:pt x="62374" y="315757"/>
                    <a:pt x="67158" y="317288"/>
                  </a:cubicBezTo>
                  <a:lnTo>
                    <a:pt x="70602" y="318244"/>
                  </a:lnTo>
                  <a:lnTo>
                    <a:pt x="70602" y="332212"/>
                  </a:lnTo>
                  <a:lnTo>
                    <a:pt x="70602" y="346179"/>
                  </a:lnTo>
                  <a:lnTo>
                    <a:pt x="54338" y="346179"/>
                  </a:lnTo>
                  <a:cubicBezTo>
                    <a:pt x="39032" y="346179"/>
                    <a:pt x="38075" y="346179"/>
                    <a:pt x="35205" y="344074"/>
                  </a:cubicBezTo>
                  <a:cubicBezTo>
                    <a:pt x="33675" y="342926"/>
                    <a:pt x="31379" y="340630"/>
                    <a:pt x="30231" y="339100"/>
                  </a:cubicBezTo>
                  <a:lnTo>
                    <a:pt x="28126" y="336038"/>
                  </a:lnTo>
                  <a:lnTo>
                    <a:pt x="28126" y="264863"/>
                  </a:lnTo>
                  <a:lnTo>
                    <a:pt x="28126" y="193687"/>
                  </a:lnTo>
                  <a:lnTo>
                    <a:pt x="30231" y="190626"/>
                  </a:lnTo>
                  <a:cubicBezTo>
                    <a:pt x="31379" y="189095"/>
                    <a:pt x="33675" y="186799"/>
                    <a:pt x="35205" y="185651"/>
                  </a:cubicBezTo>
                  <a:lnTo>
                    <a:pt x="38266" y="183546"/>
                  </a:lnTo>
                  <a:lnTo>
                    <a:pt x="225581" y="183546"/>
                  </a:lnTo>
                  <a:lnTo>
                    <a:pt x="413278" y="183546"/>
                  </a:lnTo>
                  <a:lnTo>
                    <a:pt x="416148" y="185651"/>
                  </a:lnTo>
                  <a:close/>
                  <a:moveTo>
                    <a:pt x="352434" y="366269"/>
                  </a:moveTo>
                  <a:cubicBezTo>
                    <a:pt x="352243" y="413719"/>
                    <a:pt x="352243" y="414867"/>
                    <a:pt x="350330" y="417163"/>
                  </a:cubicBezTo>
                  <a:cubicBezTo>
                    <a:pt x="349373" y="418502"/>
                    <a:pt x="347460" y="420416"/>
                    <a:pt x="346120" y="421372"/>
                  </a:cubicBezTo>
                  <a:cubicBezTo>
                    <a:pt x="343824" y="423286"/>
                    <a:pt x="343442" y="423286"/>
                    <a:pt x="225581" y="423286"/>
                  </a:cubicBezTo>
                  <a:cubicBezTo>
                    <a:pt x="107720" y="423286"/>
                    <a:pt x="107529" y="423286"/>
                    <a:pt x="105042" y="421372"/>
                  </a:cubicBezTo>
                  <a:cubicBezTo>
                    <a:pt x="103702" y="420416"/>
                    <a:pt x="101789" y="418502"/>
                    <a:pt x="100832" y="417163"/>
                  </a:cubicBezTo>
                  <a:cubicBezTo>
                    <a:pt x="98919" y="414867"/>
                    <a:pt x="98919" y="413719"/>
                    <a:pt x="98728" y="366269"/>
                  </a:cubicBezTo>
                  <a:lnTo>
                    <a:pt x="98536" y="317862"/>
                  </a:lnTo>
                  <a:lnTo>
                    <a:pt x="225581" y="317862"/>
                  </a:lnTo>
                  <a:lnTo>
                    <a:pt x="352626" y="317862"/>
                  </a:lnTo>
                  <a:lnTo>
                    <a:pt x="352434" y="366269"/>
                  </a:ln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78" name="Freeform: Shape 31"/>
            <p:cNvSpPr/>
            <p:nvPr/>
          </p:nvSpPr>
          <p:spPr>
            <a:xfrm>
              <a:off x="4279680" y="5200920"/>
              <a:ext cx="90720" cy="27720"/>
            </a:xfrm>
            <a:custGeom>
              <a:avLst/>
              <a:gdLst>
                <a:gd name="textAreaLeft" fmla="*/ 0 w 90720"/>
                <a:gd name="textAreaRight" fmla="*/ 91080 w 90720"/>
                <a:gd name="textAreaTop" fmla="*/ 0 h 27720"/>
                <a:gd name="textAreaBottom" fmla="*/ 28080 h 27720"/>
                <a:gd name="GluePoint1X" fmla="*/ 8265 w 91111"/>
                <a:gd name="GluePoint1Y" fmla="*/ 1148 h 28003"/>
                <a:gd name="GluePoint2X" fmla="*/ 229 w 91111"/>
                <a:gd name="GluePoint2Y" fmla="*/ 17029 h 28003"/>
                <a:gd name="GluePoint3X" fmla="*/ 9413 w 91111"/>
                <a:gd name="GluePoint3Y" fmla="*/ 27169 h 28003"/>
                <a:gd name="GluePoint4X" fmla="*/ 47679 w 91111"/>
                <a:gd name="GluePoint4Y" fmla="*/ 27935 h 28003"/>
                <a:gd name="GluePoint5X" fmla="*/ 84989 w 91111"/>
                <a:gd name="GluePoint5Y" fmla="*/ 25830 h 28003"/>
                <a:gd name="GluePoint6X" fmla="*/ 91111 w 91111"/>
                <a:gd name="GluePoint6Y" fmla="*/ 13967 h 28003"/>
                <a:gd name="GluePoint7X" fmla="*/ 84989 w 91111"/>
                <a:gd name="GluePoint7Y" fmla="*/ 2105 h 28003"/>
                <a:gd name="GluePoint8X" fmla="*/ 46722 w 91111"/>
                <a:gd name="GluePoint8Y" fmla="*/ 0 h 28003"/>
                <a:gd name="GluePoint9X" fmla="*/ 8265 w 91111"/>
                <a:gd name="GluePoint9Y" fmla="*/ 1148 h 28003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91111" h="28003">
                  <a:moveTo>
                    <a:pt x="8265" y="1148"/>
                  </a:moveTo>
                  <a:cubicBezTo>
                    <a:pt x="2333" y="3635"/>
                    <a:pt x="-919" y="10523"/>
                    <a:pt x="229" y="17029"/>
                  </a:cubicBezTo>
                  <a:cubicBezTo>
                    <a:pt x="994" y="21238"/>
                    <a:pt x="5395" y="26021"/>
                    <a:pt x="9413" y="27169"/>
                  </a:cubicBezTo>
                  <a:cubicBezTo>
                    <a:pt x="11709" y="27935"/>
                    <a:pt x="24528" y="28126"/>
                    <a:pt x="47679" y="27935"/>
                  </a:cubicBezTo>
                  <a:cubicBezTo>
                    <a:pt x="81354" y="27743"/>
                    <a:pt x="82884" y="27552"/>
                    <a:pt x="84989" y="25830"/>
                  </a:cubicBezTo>
                  <a:cubicBezTo>
                    <a:pt x="89581" y="22386"/>
                    <a:pt x="91111" y="19516"/>
                    <a:pt x="91111" y="13967"/>
                  </a:cubicBezTo>
                  <a:cubicBezTo>
                    <a:pt x="91111" y="8419"/>
                    <a:pt x="89772" y="5549"/>
                    <a:pt x="84989" y="2105"/>
                  </a:cubicBezTo>
                  <a:cubicBezTo>
                    <a:pt x="82693" y="383"/>
                    <a:pt x="81354" y="191"/>
                    <a:pt x="46722" y="0"/>
                  </a:cubicBezTo>
                  <a:cubicBezTo>
                    <a:pt x="18214" y="0"/>
                    <a:pt x="10369" y="191"/>
                    <a:pt x="8265" y="114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16920" rIns="90000" bIns="-1692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79" name="Freeform: Shape 41"/>
            <p:cNvSpPr/>
            <p:nvPr/>
          </p:nvSpPr>
          <p:spPr>
            <a:xfrm>
              <a:off x="4349880" y="5335200"/>
              <a:ext cx="196560" cy="20880"/>
            </a:xfrm>
            <a:custGeom>
              <a:avLst/>
              <a:gdLst>
                <a:gd name="textAreaLeft" fmla="*/ 0 w 196560"/>
                <a:gd name="textAreaRight" fmla="*/ 196920 w 196560"/>
                <a:gd name="textAreaTop" fmla="*/ 0 h 20880"/>
                <a:gd name="textAreaBottom" fmla="*/ 21240 h 20880"/>
                <a:gd name="GluePoint1X" fmla="*/ 7974 w 196895"/>
                <a:gd name="GluePoint1Y" fmla="*/ 1018 h 21107"/>
                <a:gd name="GluePoint2X" fmla="*/ 2425 w 196895"/>
                <a:gd name="GluePoint2Y" fmla="*/ 5036 h 21107"/>
                <a:gd name="GluePoint3X" fmla="*/ 129 w 196895"/>
                <a:gd name="GluePoint3Y" fmla="*/ 11158 h 21107"/>
                <a:gd name="GluePoint4X" fmla="*/ 7209 w 196895"/>
                <a:gd name="GluePoint4Y" fmla="*/ 19386 h 21107"/>
                <a:gd name="GluePoint5X" fmla="*/ 98474 w 196895"/>
                <a:gd name="GluePoint5Y" fmla="*/ 21108 h 21107"/>
                <a:gd name="GluePoint6X" fmla="*/ 189740 w 196895"/>
                <a:gd name="GluePoint6Y" fmla="*/ 19386 h 21107"/>
                <a:gd name="GluePoint7X" fmla="*/ 196819 w 196895"/>
                <a:gd name="GluePoint7Y" fmla="*/ 11350 h 21107"/>
                <a:gd name="GluePoint8X" fmla="*/ 189740 w 196895"/>
                <a:gd name="GluePoint8Y" fmla="*/ 1592 h 21107"/>
                <a:gd name="GluePoint9X" fmla="*/ 98283 w 196895"/>
                <a:gd name="GluePoint9Y" fmla="*/ 61 h 21107"/>
                <a:gd name="GluePoint10X" fmla="*/ 7974 w 196895"/>
                <a:gd name="GluePoint10Y" fmla="*/ 1018 h 21107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  <a:cxn ang="0">
                  <a:pos x="GluePoint10X" y="GluePoint10Y"/>
                </a:cxn>
              </a:cxnLst>
              <a:rect l="textAreaLeft" t="textAreaTop" r="textAreaRight" b="textAreaBottom"/>
              <a:pathLst>
                <a:path w="196895" h="21107">
                  <a:moveTo>
                    <a:pt x="7974" y="1018"/>
                  </a:moveTo>
                  <a:cubicBezTo>
                    <a:pt x="6443" y="1401"/>
                    <a:pt x="3956" y="3314"/>
                    <a:pt x="2425" y="5036"/>
                  </a:cubicBezTo>
                  <a:cubicBezTo>
                    <a:pt x="129" y="7523"/>
                    <a:pt x="-253" y="8671"/>
                    <a:pt x="129" y="11158"/>
                  </a:cubicBezTo>
                  <a:cubicBezTo>
                    <a:pt x="703" y="14985"/>
                    <a:pt x="2808" y="17281"/>
                    <a:pt x="7209" y="19386"/>
                  </a:cubicBezTo>
                  <a:cubicBezTo>
                    <a:pt x="10653" y="20916"/>
                    <a:pt x="15245" y="21108"/>
                    <a:pt x="98474" y="21108"/>
                  </a:cubicBezTo>
                  <a:cubicBezTo>
                    <a:pt x="181704" y="21108"/>
                    <a:pt x="186487" y="21108"/>
                    <a:pt x="189740" y="19386"/>
                  </a:cubicBezTo>
                  <a:cubicBezTo>
                    <a:pt x="194332" y="17281"/>
                    <a:pt x="196245" y="14985"/>
                    <a:pt x="196819" y="11350"/>
                  </a:cubicBezTo>
                  <a:cubicBezTo>
                    <a:pt x="197393" y="7523"/>
                    <a:pt x="194714" y="3888"/>
                    <a:pt x="189740" y="1592"/>
                  </a:cubicBezTo>
                  <a:cubicBezTo>
                    <a:pt x="186296" y="61"/>
                    <a:pt x="181895" y="-130"/>
                    <a:pt x="98283" y="61"/>
                  </a:cubicBezTo>
                  <a:cubicBezTo>
                    <a:pt x="39926" y="61"/>
                    <a:pt x="9887" y="444"/>
                    <a:pt x="7974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  <p:sp>
          <p:nvSpPr>
            <p:cNvPr id="780" name="Freeform: Shape 43"/>
            <p:cNvSpPr/>
            <p:nvPr/>
          </p:nvSpPr>
          <p:spPr>
            <a:xfrm>
              <a:off x="4350240" y="5377320"/>
              <a:ext cx="196200" cy="20880"/>
            </a:xfrm>
            <a:custGeom>
              <a:avLst/>
              <a:gdLst>
                <a:gd name="textAreaLeft" fmla="*/ 0 w 196200"/>
                <a:gd name="textAreaRight" fmla="*/ 196560 w 196200"/>
                <a:gd name="textAreaTop" fmla="*/ 0 h 20880"/>
                <a:gd name="textAreaBottom" fmla="*/ 21240 h 20880"/>
                <a:gd name="GluePoint1X" fmla="*/ 7845 w 196689"/>
                <a:gd name="GluePoint1Y" fmla="*/ 1018 h 21299"/>
                <a:gd name="GluePoint2X" fmla="*/ 0 w 196689"/>
                <a:gd name="GluePoint2Y" fmla="*/ 10585 h 21299"/>
                <a:gd name="GluePoint3X" fmla="*/ 7079 w 196689"/>
                <a:gd name="GluePoint3Y" fmla="*/ 19577 h 21299"/>
                <a:gd name="GluePoint4X" fmla="*/ 98345 w 196689"/>
                <a:gd name="GluePoint4Y" fmla="*/ 21299 h 21299"/>
                <a:gd name="GluePoint5X" fmla="*/ 189610 w 196689"/>
                <a:gd name="GluePoint5Y" fmla="*/ 19577 h 21299"/>
                <a:gd name="GluePoint6X" fmla="*/ 196690 w 196689"/>
                <a:gd name="GluePoint6Y" fmla="*/ 10585 h 21299"/>
                <a:gd name="GluePoint7X" fmla="*/ 189610 w 196689"/>
                <a:gd name="GluePoint7Y" fmla="*/ 1592 h 21299"/>
                <a:gd name="GluePoint8X" fmla="*/ 98345 w 196689"/>
                <a:gd name="GluePoint8Y" fmla="*/ 61 h 21299"/>
                <a:gd name="GluePoint9X" fmla="*/ 7845 w 196689"/>
                <a:gd name="GluePoint9Y" fmla="*/ 1018 h 21299"/>
              </a:gdLst>
              <a:ahLst/>
              <a:cxnLst>
                <a:cxn ang="0">
                  <a:pos x="GluePoint1X" y="GluePoint1Y"/>
                </a:cxn>
                <a:cxn ang="0">
                  <a:pos x="GluePoint2X" y="GluePoint2Y"/>
                </a:cxn>
                <a:cxn ang="0">
                  <a:pos x="GluePoint3X" y="GluePoint3Y"/>
                </a:cxn>
                <a:cxn ang="0">
                  <a:pos x="GluePoint4X" y="GluePoint4Y"/>
                </a:cxn>
                <a:cxn ang="0">
                  <a:pos x="GluePoint5X" y="GluePoint5Y"/>
                </a:cxn>
                <a:cxn ang="0">
                  <a:pos x="GluePoint6X" y="GluePoint6Y"/>
                </a:cxn>
                <a:cxn ang="0">
                  <a:pos x="GluePoint7X" y="GluePoint7Y"/>
                </a:cxn>
                <a:cxn ang="0">
                  <a:pos x="GluePoint8X" y="GluePoint8Y"/>
                </a:cxn>
                <a:cxn ang="0">
                  <a:pos x="GluePoint9X" y="GluePoint9Y"/>
                </a:cxn>
              </a:cxnLst>
              <a:rect l="textAreaLeft" t="textAreaTop" r="textAreaRight" b="textAreaBottom"/>
              <a:pathLst>
                <a:path w="196689" h="21299">
                  <a:moveTo>
                    <a:pt x="7845" y="1018"/>
                  </a:moveTo>
                  <a:cubicBezTo>
                    <a:pt x="3444" y="2549"/>
                    <a:pt x="0" y="6567"/>
                    <a:pt x="0" y="10585"/>
                  </a:cubicBezTo>
                  <a:cubicBezTo>
                    <a:pt x="0" y="14602"/>
                    <a:pt x="2105" y="17281"/>
                    <a:pt x="7079" y="19577"/>
                  </a:cubicBezTo>
                  <a:cubicBezTo>
                    <a:pt x="10523" y="21108"/>
                    <a:pt x="15115" y="21299"/>
                    <a:pt x="98345" y="21299"/>
                  </a:cubicBezTo>
                  <a:cubicBezTo>
                    <a:pt x="181574" y="21299"/>
                    <a:pt x="186358" y="21299"/>
                    <a:pt x="189610" y="19577"/>
                  </a:cubicBezTo>
                  <a:cubicBezTo>
                    <a:pt x="194585" y="17281"/>
                    <a:pt x="196690" y="14794"/>
                    <a:pt x="196690" y="10585"/>
                  </a:cubicBezTo>
                  <a:cubicBezTo>
                    <a:pt x="196690" y="6567"/>
                    <a:pt x="194585" y="3888"/>
                    <a:pt x="189610" y="1592"/>
                  </a:cubicBezTo>
                  <a:cubicBezTo>
                    <a:pt x="186166" y="61"/>
                    <a:pt x="181766" y="-130"/>
                    <a:pt x="98345" y="61"/>
                  </a:cubicBezTo>
                  <a:cubicBezTo>
                    <a:pt x="41328" y="61"/>
                    <a:pt x="9758" y="444"/>
                    <a:pt x="7845" y="1018"/>
                  </a:cubicBezTo>
                  <a:close/>
                </a:path>
              </a:pathLst>
            </a:custGeom>
            <a:solidFill>
              <a:srgbClr val="000000"/>
            </a:solidFill>
            <a:ln w="1898">
              <a:solidFill>
                <a:srgbClr val="FFFFFF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-23760" rIns="90000" bIns="-23760" anchor="ctr">
              <a:noAutofit/>
            </a:bodyPr>
            <a:p>
              <a:endParaRPr lang="en-CA" sz="1800" b="0" u="none" strike="noStrike">
                <a:solidFill>
                  <a:schemeClr val="dk1"/>
                </a:solidFill>
                <a:effectLst/>
                <a:uFillTx/>
                <a:latin typeface="Calibri"/>
              </a:endParaRPr>
            </a:p>
          </p:txBody>
        </p:sp>
      </p:grpSp>
      <p:cxnSp>
        <p:nvCxnSpPr>
          <p:cNvPr id="781" name="Straight Arrow Connector 62"/>
          <p:cNvCxnSpPr>
            <a:stCxn id="774" idx="3"/>
          </p:cNvCxnSpPr>
          <p:nvPr/>
        </p:nvCxnSpPr>
        <p:spPr>
          <a:xfrm flipV="1">
            <a:off x="4720320" y="4465440"/>
            <a:ext cx="609480" cy="3240"/>
          </a:xfrm>
          <a:prstGeom prst="straightConnector1">
            <a:avLst/>
          </a:prstGeom>
          <a:ln>
            <a:solidFill>
              <a:srgbClr val="4472C4"/>
            </a:solidFill>
            <a:prstDash val="lgDash"/>
            <a:tailEnd len="med" type="triangle" w="med"/>
          </a:ln>
        </p:spPr>
      </p:cxnSp>
      <p:cxnSp>
        <p:nvCxnSpPr>
          <p:cNvPr id="782" name="Straight Connector 70"/>
          <p:cNvCxnSpPr/>
          <p:nvPr/>
        </p:nvCxnSpPr>
        <p:spPr>
          <a:xfrm>
            <a:off x="4094640" y="627084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sp>
        <p:nvSpPr>
          <p:cNvPr id="783" name="Rectangle 76"/>
          <p:cNvSpPr/>
          <p:nvPr/>
        </p:nvSpPr>
        <p:spPr>
          <a:xfrm>
            <a:off x="5329440" y="3590640"/>
            <a:ext cx="1404720" cy="4185360"/>
          </a:xfrm>
          <a:prstGeom prst="rect">
            <a:avLst/>
          </a:prstGeom>
          <a:noFill/>
          <a:ln w="9525">
            <a:solidFill>
              <a:srgbClr val="5B9BD5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 algn="ctr" defTabSz="457200">
              <a:lnSpc>
                <a:spcPct val="100000"/>
              </a:lnSpc>
            </a:pPr>
            <a:r>
              <a:rPr lang="en-CA" sz="1800" b="0" u="none" strike="noStrike">
                <a:solidFill>
                  <a:schemeClr val="accent5"/>
                </a:solidFill>
                <a:effectLst/>
                <a:uFillTx/>
                <a:latin typeface="Calibri"/>
              </a:rPr>
              <a:t>Internet</a:t>
            </a:r>
            <a:endParaRPr lang="en-CA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84" name="Graphic 45" descr="Cloud"/>
          <p:cNvSpPr/>
          <p:nvPr/>
        </p:nvSpPr>
        <p:spPr>
          <a:xfrm>
            <a:off x="5430600" y="6512040"/>
            <a:ext cx="1094400" cy="785880"/>
          </a:xfrm>
          <a:custGeom>
            <a:avLst/>
            <a:gdLst>
              <a:gd name="textAreaLeft" fmla="*/ 0 w 1094400"/>
              <a:gd name="textAreaRight" fmla="*/ 1094760 w 1094400"/>
              <a:gd name="textAreaTop" fmla="*/ 0 h 785880"/>
              <a:gd name="textAreaBottom" fmla="*/ 786240 h 78588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fr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785" name="Straight Arrow Connector 84"/>
          <p:cNvCxnSpPr/>
          <p:nvPr/>
        </p:nvCxnSpPr>
        <p:spPr>
          <a:xfrm flipV="1">
            <a:off x="4728240" y="7013880"/>
            <a:ext cx="609120" cy="2880"/>
          </a:xfrm>
          <a:prstGeom prst="straightConnector1">
            <a:avLst/>
          </a:prstGeom>
          <a:ln>
            <a:solidFill>
              <a:srgbClr val="4472C4"/>
            </a:solidFill>
            <a:prstDash val="lgDash"/>
            <a:tailEnd len="med" type="triangle" w="med"/>
          </a:ln>
        </p:spPr>
      </p:cxnSp>
      <p:cxnSp>
        <p:nvCxnSpPr>
          <p:cNvPr id="786" name="Straight Connector 88"/>
          <p:cNvCxnSpPr/>
          <p:nvPr/>
        </p:nvCxnSpPr>
        <p:spPr>
          <a:xfrm>
            <a:off x="4113000" y="701388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cxnSp>
        <p:nvCxnSpPr>
          <p:cNvPr id="787" name="Straight Connector 96"/>
          <p:cNvCxnSpPr/>
          <p:nvPr/>
        </p:nvCxnSpPr>
        <p:spPr>
          <a:xfrm>
            <a:off x="4113000" y="4457520"/>
            <a:ext cx="185040" cy="360"/>
          </a:xfrm>
          <a:prstGeom prst="straightConnector1">
            <a:avLst/>
          </a:prstGeom>
          <a:ln>
            <a:solidFill>
              <a:srgbClr val="4472C4"/>
            </a:solidFill>
          </a:ln>
        </p:spPr>
      </p:cxnSp>
      <p:pic>
        <p:nvPicPr>
          <p:cNvPr id="788" name="Picture 112"/>
          <p:cNvPicPr/>
          <p:nvPr/>
        </p:nvPicPr>
        <p:blipFill>
          <a:blip r:embed="rId56"/>
          <a:stretch/>
        </p:blipFill>
        <p:spPr>
          <a:xfrm>
            <a:off x="5082480" y="425736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89" name="Picture 114"/>
          <p:cNvPicPr/>
          <p:nvPr/>
        </p:nvPicPr>
        <p:blipFill>
          <a:blip r:embed="rId57"/>
          <a:stretch/>
        </p:blipFill>
        <p:spPr>
          <a:xfrm>
            <a:off x="5085360" y="6768360"/>
            <a:ext cx="182520" cy="13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0" name="TextBox 9"/>
          <p:cNvSpPr/>
          <p:nvPr/>
        </p:nvSpPr>
        <p:spPr>
          <a:xfrm>
            <a:off x="3573000" y="2411280"/>
            <a:ext cx="6876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fr-CA" sz="1010" b="1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91" name="Graphic 10" descr="Laptop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651480" y="204588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792" name="Graphic 14" descr="Monitor with solid fill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781560" y="205272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3" name="TextBox 15"/>
          <p:cNvSpPr/>
          <p:nvPr/>
        </p:nvSpPr>
        <p:spPr>
          <a:xfrm>
            <a:off x="548640" y="241668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</a:t>
            </a:r>
            <a:br>
              <a:rPr sz="1010"/>
            </a:br>
            <a:r>
              <a:rPr lang="fr-CA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Scoreboard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794" name="Straight Arrow Connector 16"/>
          <p:cNvCxnSpPr>
            <a:endCxn id="792" idx="3"/>
          </p:cNvCxnSpPr>
          <p:nvPr/>
        </p:nvCxnSpPr>
        <p:spPr>
          <a:xfrm flipH="1">
            <a:off x="1244520" y="2280600"/>
            <a:ext cx="46656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pic>
        <p:nvPicPr>
          <p:cNvPr id="795" name="Graphic 17"/>
          <p:cNvPicPr/>
          <p:nvPr/>
        </p:nvPicPr>
        <p:blipFill>
          <a:blip r:embed="rId5"/>
          <a:srcRect l="0" t="19756" r="0" b="39177"/>
          <a:stretch/>
        </p:blipFill>
        <p:spPr>
          <a:xfrm>
            <a:off x="3053160" y="75564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6" name="TextBox 20"/>
          <p:cNvSpPr/>
          <p:nvPr/>
        </p:nvSpPr>
        <p:spPr>
          <a:xfrm>
            <a:off x="2961000" y="53964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Competition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7" name="TextBox 21"/>
          <p:cNvSpPr/>
          <p:nvPr/>
        </p:nvSpPr>
        <p:spPr>
          <a:xfrm>
            <a:off x="1319400" y="211644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8" name="TextBox 22"/>
          <p:cNvSpPr/>
          <p:nvPr/>
        </p:nvSpPr>
        <p:spPr>
          <a:xfrm>
            <a:off x="3455280" y="261684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Announcer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9" name="TextBox 23"/>
          <p:cNvSpPr/>
          <p:nvPr/>
        </p:nvSpPr>
        <p:spPr>
          <a:xfrm>
            <a:off x="1481400" y="244008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Marshall</a:t>
            </a:r>
            <a:endParaRPr lang="en-CA" sz="1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0" name="Graphic 24" descr="Monitor with solid fill"/>
          <p:cNvPicPr/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/>
        </p:blipFill>
        <p:spPr>
          <a:xfrm>
            <a:off x="2725200" y="20876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01" name="TextBox 25"/>
          <p:cNvSpPr/>
          <p:nvPr/>
        </p:nvSpPr>
        <p:spPr>
          <a:xfrm>
            <a:off x="2505960" y="2381040"/>
            <a:ext cx="938880" cy="5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2" name="Straight Arrow Connector 26"/>
          <p:cNvCxnSpPr>
            <a:endCxn id="800" idx="3"/>
          </p:cNvCxnSpPr>
          <p:nvPr/>
        </p:nvCxnSpPr>
        <p:spPr>
          <a:xfrm flipH="1">
            <a:off x="3188160" y="2315520"/>
            <a:ext cx="46656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803" name="TextBox 27"/>
          <p:cNvSpPr/>
          <p:nvPr/>
        </p:nvSpPr>
        <p:spPr>
          <a:xfrm>
            <a:off x="3263040" y="215136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04" name="Connector: Curved 35"/>
          <p:cNvCxnSpPr>
            <a:endCxn id="795" idx="2"/>
          </p:cNvCxnSpPr>
          <p:nvPr/>
        </p:nvCxnSpPr>
        <p:spPr>
          <a:xfrm flipH="1" flipV="1" rot="5400000">
            <a:off x="2166480" y="810360"/>
            <a:ext cx="1005480" cy="147924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805" name="Connector: Curved 41"/>
          <p:cNvCxnSpPr/>
          <p:nvPr/>
        </p:nvCxnSpPr>
        <p:spPr>
          <a:xfrm flipV="1" rot="16200000">
            <a:off x="3184560" y="1360080"/>
            <a:ext cx="1008360" cy="37656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806" name="TextBox 53"/>
          <p:cNvSpPr/>
          <p:nvPr/>
        </p:nvSpPr>
        <p:spPr>
          <a:xfrm>
            <a:off x="2130840" y="137592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Ethernet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7" name="TextBox 54"/>
          <p:cNvSpPr/>
          <p:nvPr/>
        </p:nvSpPr>
        <p:spPr>
          <a:xfrm>
            <a:off x="3061800" y="156312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Ethernet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08" name="Graphic 56" descr="Smart Phone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5538600" y="215388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09" name="Graphic 57" descr="Smart Phone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5290920" y="21535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10" name="Graphic 58" descr="Smart Phone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5043240" y="215316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11" name="TextBox 60"/>
          <p:cNvSpPr/>
          <p:nvPr/>
        </p:nvSpPr>
        <p:spPr>
          <a:xfrm>
            <a:off x="5043240" y="243072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Referee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2" name="Connector: Curved 61"/>
          <p:cNvCxnSpPr>
            <a:stCxn id="808" idx="0"/>
          </p:cNvCxnSpPr>
          <p:nvPr/>
        </p:nvCxnSpPr>
        <p:spPr>
          <a:xfrm flipV="1" rot="16200000">
            <a:off x="4086720" y="573840"/>
            <a:ext cx="1257480" cy="190332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prstDash val="lgDash"/>
            <a:headEnd len="med" type="triangle" w="med"/>
            <a:tailEnd len="med" type="triangle" w="med"/>
          </a:ln>
        </p:spPr>
      </p:cxnSp>
      <p:cxnSp>
        <p:nvCxnSpPr>
          <p:cNvPr id="813" name="Connector: Curved 62"/>
          <p:cNvCxnSpPr>
            <a:stCxn id="809" idx="0"/>
          </p:cNvCxnSpPr>
          <p:nvPr/>
        </p:nvCxnSpPr>
        <p:spPr>
          <a:xfrm flipV="1" rot="16200000">
            <a:off x="3963240" y="697320"/>
            <a:ext cx="1257120" cy="1655640"/>
          </a:xfrm>
          <a:prstGeom prst="curvedConnector3">
            <a:avLst>
              <a:gd name="adj1" fmla="val 49985"/>
            </a:avLst>
          </a:prstGeom>
          <a:ln>
            <a:solidFill>
              <a:srgbClr val="4472C4"/>
            </a:solidFill>
            <a:prstDash val="lgDash"/>
            <a:headEnd len="med" type="triangle" w="med"/>
            <a:tailEnd len="med" type="triangle" w="med"/>
          </a:ln>
        </p:spPr>
      </p:cxnSp>
      <p:sp>
        <p:nvSpPr>
          <p:cNvPr id="814" name="TextBox 64"/>
          <p:cNvSpPr/>
          <p:nvPr/>
        </p:nvSpPr>
        <p:spPr>
          <a:xfrm>
            <a:off x="4178880" y="151488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WiFi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15" name="Connector: Curved 63"/>
          <p:cNvCxnSpPr>
            <a:stCxn id="810" idx="0"/>
          </p:cNvCxnSpPr>
          <p:nvPr/>
        </p:nvCxnSpPr>
        <p:spPr>
          <a:xfrm flipV="1" rot="16200000">
            <a:off x="3841920" y="823320"/>
            <a:ext cx="1252080" cy="1407960"/>
          </a:xfrm>
          <a:prstGeom prst="curvedConnector3">
            <a:avLst>
              <a:gd name="adj1" fmla="val 49985"/>
            </a:avLst>
          </a:prstGeom>
          <a:ln>
            <a:solidFill>
              <a:srgbClr val="4472C4"/>
            </a:solidFill>
            <a:prstDash val="lgDash"/>
            <a:headEnd len="med" type="triangle" w="med"/>
            <a:tailEnd len="med" type="triangle" w="med"/>
          </a:ln>
        </p:spPr>
      </p:cxnSp>
      <p:pic>
        <p:nvPicPr>
          <p:cNvPr id="816" name="Picture 59"/>
          <p:cNvPicPr/>
          <p:nvPr/>
        </p:nvPicPr>
        <p:blipFill>
          <a:blip r:embed="rId14"/>
          <a:stretch/>
        </p:blipFill>
        <p:spPr>
          <a:xfrm>
            <a:off x="3702240" y="834120"/>
            <a:ext cx="182520" cy="13428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</p:pic>
      <p:pic>
        <p:nvPicPr>
          <p:cNvPr id="817" name="Graphic 67" descr="Laptop"/>
          <p:cNvPicPr/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/>
        </p:blipFill>
        <p:spPr>
          <a:xfrm>
            <a:off x="1700280" y="2021040"/>
            <a:ext cx="514080" cy="514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TextBox 9"/>
          <p:cNvSpPr/>
          <p:nvPr/>
        </p:nvSpPr>
        <p:spPr>
          <a:xfrm>
            <a:off x="3596040" y="2411280"/>
            <a:ext cx="5868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fr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19" name="Graphic 10" descr="Laptop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619800" y="207504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20" name="Group 11"/>
          <p:cNvGrpSpPr/>
          <p:nvPr/>
        </p:nvGrpSpPr>
        <p:grpSpPr>
          <a:xfrm>
            <a:off x="1711080" y="2052720"/>
            <a:ext cx="437040" cy="727920"/>
            <a:chOff x="1711080" y="2052720"/>
            <a:chExt cx="437040" cy="727920"/>
          </a:xfrm>
        </p:grpSpPr>
        <p:pic>
          <p:nvPicPr>
            <p:cNvPr id="821" name="Graphic 12" descr="Laptop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1711080" y="205272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22" name="TextBox 13"/>
            <p:cNvSpPr/>
            <p:nvPr/>
          </p:nvSpPr>
          <p:spPr>
            <a:xfrm>
              <a:off x="1837440" y="2377080"/>
              <a:ext cx="184320" cy="40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br>
                <a:rPr sz="1010"/>
              </a:b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23" name="Graphic 14" descr="Monitor with solid fill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781560" y="205272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4" name="TextBox 15"/>
          <p:cNvSpPr/>
          <p:nvPr/>
        </p:nvSpPr>
        <p:spPr>
          <a:xfrm>
            <a:off x="548640" y="2454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Scoreboard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25" name="Straight Arrow Connector 16"/>
          <p:cNvCxnSpPr>
            <a:stCxn id="821" idx="1"/>
            <a:endCxn id="823" idx="3"/>
          </p:cNvCxnSpPr>
          <p:nvPr/>
        </p:nvCxnSpPr>
        <p:spPr>
          <a:xfrm flipH="1">
            <a:off x="1244520" y="2280600"/>
            <a:ext cx="46692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826" name="TextBox 20"/>
          <p:cNvSpPr/>
          <p:nvPr/>
        </p:nvSpPr>
        <p:spPr>
          <a:xfrm>
            <a:off x="3069000" y="53964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Venue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WiFi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7" name="TextBox 21"/>
          <p:cNvSpPr/>
          <p:nvPr/>
        </p:nvSpPr>
        <p:spPr>
          <a:xfrm>
            <a:off x="1319400" y="211644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8" name="TextBox 22"/>
          <p:cNvSpPr/>
          <p:nvPr/>
        </p:nvSpPr>
        <p:spPr>
          <a:xfrm>
            <a:off x="3455280" y="261684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Announcer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9" name="TextBox 23"/>
          <p:cNvSpPr/>
          <p:nvPr/>
        </p:nvSpPr>
        <p:spPr>
          <a:xfrm>
            <a:off x="1481400" y="244008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Marshal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0" name="Graphic 24" descr="Monitor with solid fill"/>
          <p:cNvPicPr/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/>
        </p:blipFill>
        <p:spPr>
          <a:xfrm>
            <a:off x="2725200" y="20876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1" name="TextBox 25"/>
          <p:cNvSpPr/>
          <p:nvPr/>
        </p:nvSpPr>
        <p:spPr>
          <a:xfrm>
            <a:off x="2505960" y="2381040"/>
            <a:ext cx="938880" cy="53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2" name="Straight Arrow Connector 26"/>
          <p:cNvCxnSpPr>
            <a:endCxn id="830" idx="3"/>
          </p:cNvCxnSpPr>
          <p:nvPr/>
        </p:nvCxnSpPr>
        <p:spPr>
          <a:xfrm flipH="1">
            <a:off x="3188160" y="2315520"/>
            <a:ext cx="46656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833" name="TextBox 27"/>
          <p:cNvSpPr/>
          <p:nvPr/>
        </p:nvSpPr>
        <p:spPr>
          <a:xfrm>
            <a:off x="3263040" y="215136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34" name="Graphic 28" descr="Smart Phone"/>
          <p:cNvPicPr/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/>
        </p:blipFill>
        <p:spPr>
          <a:xfrm>
            <a:off x="5538600" y="215388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5" name="Graphic 29" descr="Smart Phone"/>
          <p:cNvPicPr/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/>
        </p:blipFill>
        <p:spPr>
          <a:xfrm>
            <a:off x="5290920" y="21535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6" name="Graphic 30" descr="Smart Phone"/>
          <p:cNvPicPr/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/>
        </p:blipFill>
        <p:spPr>
          <a:xfrm>
            <a:off x="5043240" y="215316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37" name="Picture 31"/>
          <p:cNvPicPr/>
          <p:nvPr/>
        </p:nvPicPr>
        <p:blipFill>
          <a:blip r:embed="rId15"/>
          <a:stretch/>
        </p:blipFill>
        <p:spPr>
          <a:xfrm>
            <a:off x="4545000" y="136764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38" name="TextBox 32"/>
          <p:cNvSpPr/>
          <p:nvPr/>
        </p:nvSpPr>
        <p:spPr>
          <a:xfrm>
            <a:off x="5043240" y="243072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Referee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39" name="Connector: Curved 35"/>
          <p:cNvCxnSpPr>
            <a:stCxn id="821" idx="0"/>
          </p:cNvCxnSpPr>
          <p:nvPr/>
        </p:nvCxnSpPr>
        <p:spPr>
          <a:xfrm flipH="1" flipV="1" rot="5400000">
            <a:off x="2166120" y="810360"/>
            <a:ext cx="1005840" cy="1479240"/>
          </a:xfrm>
          <a:prstGeom prst="curvedConnector3">
            <a:avLst>
              <a:gd name="adj1" fmla="val 49982"/>
            </a:avLst>
          </a:prstGeom>
          <a:ln>
            <a:solidFill>
              <a:srgbClr val="4472C4"/>
            </a:solidFill>
            <a:prstDash val="lgDash"/>
            <a:headEnd len="med" type="triangle" w="med"/>
            <a:tailEnd len="med" type="triangle" w="med"/>
          </a:ln>
        </p:spPr>
      </p:cxnSp>
      <p:cxnSp>
        <p:nvCxnSpPr>
          <p:cNvPr id="840" name="Connector: Curved 41"/>
          <p:cNvCxnSpPr/>
          <p:nvPr/>
        </p:nvCxnSpPr>
        <p:spPr>
          <a:xfrm flipV="1" rot="16200000">
            <a:off x="3233520" y="1409040"/>
            <a:ext cx="1005480" cy="28152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prstDash val="lgDash"/>
            <a:headEnd len="med" type="triangle" w="med"/>
            <a:tailEnd len="med" type="triangle" w="med"/>
          </a:ln>
        </p:spPr>
      </p:cxnSp>
      <p:cxnSp>
        <p:nvCxnSpPr>
          <p:cNvPr id="841" name="Connector: Curved 43"/>
          <p:cNvCxnSpPr>
            <a:stCxn id="834" idx="0"/>
          </p:cNvCxnSpPr>
          <p:nvPr/>
        </p:nvCxnSpPr>
        <p:spPr>
          <a:xfrm flipV="1" rot="16200000">
            <a:off x="4086720" y="573840"/>
            <a:ext cx="1257480" cy="1903320"/>
          </a:xfrm>
          <a:prstGeom prst="curvedConnector3">
            <a:avLst>
              <a:gd name="adj1" fmla="val 50000"/>
            </a:avLst>
          </a:prstGeom>
          <a:ln>
            <a:solidFill>
              <a:srgbClr val="4472C4"/>
            </a:solidFill>
            <a:prstDash val="lgDash"/>
            <a:headEnd len="med" type="triangle" w="med"/>
            <a:tailEnd len="med" type="triangle" w="med"/>
          </a:ln>
        </p:spPr>
      </p:cxnSp>
      <p:cxnSp>
        <p:nvCxnSpPr>
          <p:cNvPr id="842" name="Connector: Curved 45"/>
          <p:cNvCxnSpPr>
            <a:stCxn id="835" idx="0"/>
          </p:cNvCxnSpPr>
          <p:nvPr/>
        </p:nvCxnSpPr>
        <p:spPr>
          <a:xfrm flipV="1" rot="16200000">
            <a:off x="3963240" y="697320"/>
            <a:ext cx="1257120" cy="1655640"/>
          </a:xfrm>
          <a:prstGeom prst="curvedConnector3">
            <a:avLst>
              <a:gd name="adj1" fmla="val 49985"/>
            </a:avLst>
          </a:prstGeom>
          <a:ln>
            <a:solidFill>
              <a:srgbClr val="4472C4"/>
            </a:solidFill>
            <a:prstDash val="lgDash"/>
            <a:headEnd len="med" type="triangle" w="med"/>
            <a:tailEnd len="med" type="triangle" w="med"/>
          </a:ln>
        </p:spPr>
      </p:cxnSp>
      <p:cxnSp>
        <p:nvCxnSpPr>
          <p:cNvPr id="843" name="Connector: Curved 46"/>
          <p:cNvCxnSpPr>
            <a:stCxn id="836" idx="0"/>
          </p:cNvCxnSpPr>
          <p:nvPr/>
        </p:nvCxnSpPr>
        <p:spPr>
          <a:xfrm flipV="1" rot="16200000">
            <a:off x="3841920" y="823320"/>
            <a:ext cx="1252080" cy="1407960"/>
          </a:xfrm>
          <a:prstGeom prst="curvedConnector3">
            <a:avLst>
              <a:gd name="adj1" fmla="val 49985"/>
            </a:avLst>
          </a:prstGeom>
          <a:ln>
            <a:solidFill>
              <a:srgbClr val="4472C4"/>
            </a:solidFill>
            <a:prstDash val="lgDash"/>
            <a:headEnd len="med" type="triangle" w="med"/>
            <a:tailEnd len="med" type="triangle" w="med"/>
          </a:ln>
        </p:spPr>
      </p:cxnSp>
      <p:sp>
        <p:nvSpPr>
          <p:cNvPr id="844" name="TextBox 53"/>
          <p:cNvSpPr/>
          <p:nvPr/>
        </p:nvSpPr>
        <p:spPr>
          <a:xfrm>
            <a:off x="2130840" y="137592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WiFi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5" name="TextBox 54"/>
          <p:cNvSpPr/>
          <p:nvPr/>
        </p:nvSpPr>
        <p:spPr>
          <a:xfrm>
            <a:off x="3061800" y="156312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WiFi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6" name="TextBox 55"/>
          <p:cNvSpPr/>
          <p:nvPr/>
        </p:nvSpPr>
        <p:spPr>
          <a:xfrm>
            <a:off x="4178880" y="1514880"/>
            <a:ext cx="9388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WiFi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7" name="Picture 6"/>
          <p:cNvPicPr/>
          <p:nvPr/>
        </p:nvPicPr>
        <p:blipFill>
          <a:blip r:embed="rId16"/>
          <a:stretch/>
        </p:blipFill>
        <p:spPr>
          <a:xfrm>
            <a:off x="3424680" y="844920"/>
            <a:ext cx="182520" cy="1342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TextBox 71"/>
          <p:cNvSpPr/>
          <p:nvPr/>
        </p:nvSpPr>
        <p:spPr>
          <a:xfrm>
            <a:off x="3582720" y="2879280"/>
            <a:ext cx="5868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fr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49" name="Graphic 77" descr="Laptop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3606840" y="254304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850" name="Group 59"/>
          <p:cNvGrpSpPr/>
          <p:nvPr/>
        </p:nvGrpSpPr>
        <p:grpSpPr>
          <a:xfrm>
            <a:off x="3655080" y="1695960"/>
            <a:ext cx="437040" cy="727920"/>
            <a:chOff x="3655080" y="1695960"/>
            <a:chExt cx="437040" cy="727920"/>
          </a:xfrm>
        </p:grpSpPr>
        <p:pic>
          <p:nvPicPr>
            <p:cNvPr id="851" name="Graphic 67" descr="Laptop"/>
            <p:cNvPicPr/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/>
          </p:blipFill>
          <p:spPr>
            <a:xfrm>
              <a:off x="3655080" y="1695960"/>
              <a:ext cx="437040" cy="45576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852" name="TextBox 72"/>
            <p:cNvSpPr/>
            <p:nvPr/>
          </p:nvSpPr>
          <p:spPr>
            <a:xfrm>
              <a:off x="3781440" y="2020320"/>
              <a:ext cx="184320" cy="403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tIns="45000" rIns="90000" bIns="45000" anchor="t">
              <a:spAutoFit/>
            </a:bodyPr>
            <a:p>
              <a:pPr algn="ctr" defTabSz="457200">
                <a:lnSpc>
                  <a:spcPct val="100000"/>
                </a:lnSpc>
              </a:pPr>
              <a:br>
                <a:rPr sz="1010"/>
              </a:br>
              <a:endParaRPr lang="en-CA" sz="101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pic>
        <p:nvPicPr>
          <p:cNvPr id="853" name="Graphic 106" descr="Monitor with solid fill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2725920" y="169596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54" name="TextBox 115"/>
          <p:cNvSpPr/>
          <p:nvPr/>
        </p:nvSpPr>
        <p:spPr>
          <a:xfrm>
            <a:off x="2493000" y="206028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55" name="Straight Arrow Connector 155"/>
          <p:cNvCxnSpPr>
            <a:stCxn id="851" idx="1"/>
            <a:endCxn id="853" idx="3"/>
          </p:cNvCxnSpPr>
          <p:nvPr/>
        </p:nvCxnSpPr>
        <p:spPr>
          <a:xfrm flipH="1">
            <a:off x="3188880" y="1923840"/>
            <a:ext cx="46656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pic>
        <p:nvPicPr>
          <p:cNvPr id="856" name="Graphic 268"/>
          <p:cNvPicPr/>
          <p:nvPr/>
        </p:nvPicPr>
        <p:blipFill>
          <a:blip r:embed="rId7"/>
          <a:srcRect l="0" t="19756" r="0" b="39177"/>
          <a:stretch/>
        </p:blipFill>
        <p:spPr>
          <a:xfrm>
            <a:off x="4293000" y="298728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57" name="Straight Arrow Connector 336"/>
          <p:cNvCxnSpPr/>
          <p:nvPr/>
        </p:nvCxnSpPr>
        <p:spPr>
          <a:xfrm flipH="1">
            <a:off x="4048200" y="2800080"/>
            <a:ext cx="320760" cy="360"/>
          </a:xfrm>
          <a:prstGeom prst="straightConnector1">
            <a:avLst/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cxnSp>
        <p:nvCxnSpPr>
          <p:cNvPr id="858" name="Connector: Elbow 385"/>
          <p:cNvCxnSpPr>
            <a:stCxn id="859" idx="3"/>
            <a:endCxn id="851" idx="3"/>
          </p:cNvCxnSpPr>
          <p:nvPr/>
        </p:nvCxnSpPr>
        <p:spPr>
          <a:xfrm flipV="1">
            <a:off x="3992040" y="1923840"/>
            <a:ext cx="100440" cy="1953000"/>
          </a:xfrm>
          <a:prstGeom prst="bentConnector3">
            <a:avLst>
              <a:gd name="adj1" fmla="val 100000"/>
            </a:avLst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860" name="TextBox 406"/>
          <p:cNvSpPr/>
          <p:nvPr/>
        </p:nvSpPr>
        <p:spPr>
          <a:xfrm>
            <a:off x="4827960" y="300312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Competition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1" name="TextBox 11"/>
          <p:cNvSpPr/>
          <p:nvPr/>
        </p:nvSpPr>
        <p:spPr>
          <a:xfrm>
            <a:off x="3263400" y="175968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2" name="TextBox 17"/>
          <p:cNvSpPr/>
          <p:nvPr/>
        </p:nvSpPr>
        <p:spPr>
          <a:xfrm>
            <a:off x="3393000" y="302400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Announcer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Timekeeper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3" name="TextBox 78"/>
          <p:cNvSpPr/>
          <p:nvPr/>
        </p:nvSpPr>
        <p:spPr>
          <a:xfrm>
            <a:off x="3422880" y="20527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Marshall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Secretary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4" name="Graphic 86" descr="Monitor with solid fill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>
            <a:off x="2712240" y="25556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65" name="TextBox 87"/>
          <p:cNvSpPr/>
          <p:nvPr/>
        </p:nvSpPr>
        <p:spPr>
          <a:xfrm>
            <a:off x="2493000" y="284904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66" name="Straight Arrow Connector 90"/>
          <p:cNvCxnSpPr>
            <a:endCxn id="864" idx="3"/>
          </p:cNvCxnSpPr>
          <p:nvPr/>
        </p:nvCxnSpPr>
        <p:spPr>
          <a:xfrm flipH="1">
            <a:off x="3175200" y="2783880"/>
            <a:ext cx="466560" cy="360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867" name="TextBox 92"/>
          <p:cNvSpPr/>
          <p:nvPr/>
        </p:nvSpPr>
        <p:spPr>
          <a:xfrm>
            <a:off x="3249720" y="261936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68" name="Graphic 93" descr="Smart Phone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3735360" y="37483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69" name="Graphic 97" descr="Smart Phone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3487680" y="37483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0" name="Graphic 98" descr="Smart Phone"/>
          <p:cNvPicPr/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/>
        </p:blipFill>
        <p:spPr>
          <a:xfrm>
            <a:off x="3240000" y="374796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1" name="Picture 108"/>
          <p:cNvPicPr/>
          <p:nvPr/>
        </p:nvPicPr>
        <p:blipFill>
          <a:blip r:embed="rId16"/>
          <a:stretch/>
        </p:blipFill>
        <p:spPr>
          <a:xfrm>
            <a:off x="4108680" y="369504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2" name="TextBox 109"/>
          <p:cNvSpPr/>
          <p:nvPr/>
        </p:nvSpPr>
        <p:spPr>
          <a:xfrm>
            <a:off x="2507760" y="371808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Referee</a:t>
            </a:r>
            <a:br>
              <a:rPr sz="1010"/>
            </a:b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73" name="Connector: Elbow 385"/>
          <p:cNvCxnSpPr>
            <a:stCxn id="874" idx="2"/>
          </p:cNvCxnSpPr>
          <p:nvPr/>
        </p:nvCxnSpPr>
        <p:spPr>
          <a:xfrm flipV="1" rot="16200000">
            <a:off x="1821240" y="2032920"/>
            <a:ext cx="933480" cy="20520"/>
          </a:xfrm>
          <a:prstGeom prst="bentConnector3">
            <a:avLst>
              <a:gd name="adj1" fmla="val 0"/>
            </a:avLst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875" name="TextBox 17"/>
          <p:cNvSpPr/>
          <p:nvPr/>
        </p:nvSpPr>
        <p:spPr>
          <a:xfrm>
            <a:off x="1574640" y="2670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76" name="Graphic 1" descr="Smart Phone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 rot="16200000">
            <a:off x="1755720" y="2238480"/>
            <a:ext cx="542160" cy="54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7" name="Graphic 3" descr="Laptop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807200" y="133164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78" name="Graphic 4" descr="Monitor with solid fill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12600" y="13442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79" name="TextBox 5"/>
          <p:cNvSpPr/>
          <p:nvPr/>
        </p:nvSpPr>
        <p:spPr>
          <a:xfrm>
            <a:off x="693360" y="163764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 TV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0" name="Straight Arrow Connector 6"/>
          <p:cNvCxnSpPr>
            <a:endCxn id="878" idx="3"/>
          </p:cNvCxnSpPr>
          <p:nvPr/>
        </p:nvCxnSpPr>
        <p:spPr>
          <a:xfrm flipH="1">
            <a:off x="1375560" y="1572120"/>
            <a:ext cx="46656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881" name="TextBox 7"/>
          <p:cNvSpPr/>
          <p:nvPr/>
        </p:nvSpPr>
        <p:spPr>
          <a:xfrm>
            <a:off x="1376640" y="143568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2" name="Picture 8"/>
          <p:cNvPicPr/>
          <p:nvPr/>
        </p:nvPicPr>
        <p:blipFill>
          <a:blip r:embed="rId7"/>
          <a:stretch/>
        </p:blipFill>
        <p:spPr>
          <a:xfrm>
            <a:off x="2370240" y="235548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83" name="TextBox 9"/>
          <p:cNvSpPr/>
          <p:nvPr/>
        </p:nvSpPr>
        <p:spPr>
          <a:xfrm>
            <a:off x="1592640" y="1734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Announcer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Timekeeper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84" name="Graphic 10"/>
          <p:cNvPicPr/>
          <p:nvPr/>
        </p:nvPicPr>
        <p:blipFill>
          <a:blip r:embed="rId8"/>
          <a:srcRect l="0" t="19756" r="0" b="39177"/>
          <a:stretch/>
        </p:blipFill>
        <p:spPr>
          <a:xfrm>
            <a:off x="2709000" y="184644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885" name="Straight Arrow Connector 12"/>
          <p:cNvCxnSpPr/>
          <p:nvPr/>
        </p:nvCxnSpPr>
        <p:spPr>
          <a:xfrm flipH="1">
            <a:off x="2591640" y="1987200"/>
            <a:ext cx="209160" cy="360"/>
          </a:xfrm>
          <a:prstGeom prst="straightConnector1">
            <a:avLst/>
          </a:prstGeom>
          <a:ln w="1270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886" name="TextBox 13"/>
          <p:cNvSpPr/>
          <p:nvPr/>
        </p:nvSpPr>
        <p:spPr>
          <a:xfrm>
            <a:off x="2637000" y="2057040"/>
            <a:ext cx="86220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fr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7" name="Graphic 45" descr="Cloud"/>
          <p:cNvSpPr/>
          <p:nvPr/>
        </p:nvSpPr>
        <p:spPr>
          <a:xfrm>
            <a:off x="3870360" y="1676160"/>
            <a:ext cx="862200" cy="514080"/>
          </a:xfrm>
          <a:custGeom>
            <a:avLst/>
            <a:gdLst>
              <a:gd name="textAreaLeft" fmla="*/ 0 w 862200"/>
              <a:gd name="textAreaRight" fmla="*/ 862560 w 862200"/>
              <a:gd name="textAreaTop" fmla="*/ 0 h 514080"/>
              <a:gd name="textAreaBottom" fmla="*/ 514440 h 51408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 defTabSz="457200">
              <a:lnSpc>
                <a:spcPct val="10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Cloud 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88" name="Straight Arrow Connector 18"/>
          <p:cNvCxnSpPr/>
          <p:nvPr/>
        </p:nvCxnSpPr>
        <p:spPr>
          <a:xfrm flipH="1">
            <a:off x="3320640" y="1987200"/>
            <a:ext cx="612720" cy="360"/>
          </a:xfrm>
          <a:prstGeom prst="straightConnector1">
            <a:avLst/>
          </a:prstGeom>
          <a:ln w="12700">
            <a:solidFill>
              <a:srgbClr val="000000"/>
            </a:solidFill>
            <a:headEnd len="med" type="triangle" w="med"/>
            <a:tailEnd len="med" type="triangle" w="med"/>
          </a:ln>
        </p:spPr>
      </p:cxn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89" name="Connector: Elbow 385"/>
          <p:cNvCxnSpPr>
            <a:stCxn id="890" idx="2"/>
          </p:cNvCxnSpPr>
          <p:nvPr/>
        </p:nvCxnSpPr>
        <p:spPr>
          <a:xfrm flipV="1" rot="16200000">
            <a:off x="1821240" y="2032920"/>
            <a:ext cx="933480" cy="20520"/>
          </a:xfrm>
          <a:prstGeom prst="bentConnector3">
            <a:avLst>
              <a:gd name="adj1" fmla="val 0"/>
            </a:avLst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891" name="TextBox 17"/>
          <p:cNvSpPr/>
          <p:nvPr/>
        </p:nvSpPr>
        <p:spPr>
          <a:xfrm>
            <a:off x="1574640" y="2670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2" name="Graphic 1" descr="Smart Phone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 rot="16200000">
            <a:off x="1755720" y="2238480"/>
            <a:ext cx="542160" cy="54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3" name="Graphic 3" descr="Laptop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807200" y="133164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894" name="Graphic 4" descr="Monitor with solid fill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912600" y="13442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5" name="TextBox 5"/>
          <p:cNvSpPr/>
          <p:nvPr/>
        </p:nvSpPr>
        <p:spPr>
          <a:xfrm>
            <a:off x="693360" y="163764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 TV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896" name="Straight Arrow Connector 6"/>
          <p:cNvCxnSpPr>
            <a:endCxn id="894" idx="3"/>
          </p:cNvCxnSpPr>
          <p:nvPr/>
        </p:nvCxnSpPr>
        <p:spPr>
          <a:xfrm flipH="1">
            <a:off x="1375560" y="1572120"/>
            <a:ext cx="46656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897" name="TextBox 7"/>
          <p:cNvSpPr/>
          <p:nvPr/>
        </p:nvSpPr>
        <p:spPr>
          <a:xfrm>
            <a:off x="1376640" y="143568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898" name="Picture 8"/>
          <p:cNvPicPr/>
          <p:nvPr/>
        </p:nvPicPr>
        <p:blipFill>
          <a:blip r:embed="rId7"/>
          <a:stretch/>
        </p:blipFill>
        <p:spPr>
          <a:xfrm>
            <a:off x="2370240" y="235548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99" name="TextBox 9"/>
          <p:cNvSpPr/>
          <p:nvPr/>
        </p:nvSpPr>
        <p:spPr>
          <a:xfrm>
            <a:off x="1592640" y="1734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Announcer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Timekeeper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0" name="TextBox 13"/>
          <p:cNvSpPr/>
          <p:nvPr/>
        </p:nvSpPr>
        <p:spPr>
          <a:xfrm>
            <a:off x="2853000" y="2057040"/>
            <a:ext cx="58716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01" name="Straight Arrow Connector 2"/>
          <p:cNvCxnSpPr/>
          <p:nvPr/>
        </p:nvCxnSpPr>
        <p:spPr>
          <a:xfrm flipH="1">
            <a:off x="2591640" y="1987200"/>
            <a:ext cx="320400" cy="360"/>
          </a:xfrm>
          <a:prstGeom prst="straightConnector1">
            <a:avLst/>
          </a:prstGeom>
          <a:ln w="1270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902" name="Graphic 11"/>
          <p:cNvPicPr/>
          <p:nvPr/>
        </p:nvPicPr>
        <p:blipFill>
          <a:blip r:embed="rId8"/>
          <a:srcRect l="0" t="19756" r="0" b="39177"/>
          <a:stretch/>
        </p:blipFill>
        <p:spPr>
          <a:xfrm>
            <a:off x="2800800" y="1846080"/>
            <a:ext cx="710640" cy="29160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3" name="Straight Arrow Connector 336"/>
          <p:cNvCxnSpPr/>
          <p:nvPr/>
        </p:nvCxnSpPr>
        <p:spPr>
          <a:xfrm flipH="1">
            <a:off x="2265840" y="2518560"/>
            <a:ext cx="320400" cy="360"/>
          </a:xfrm>
          <a:prstGeom prst="straightConnector1">
            <a:avLst/>
          </a:prstGeom>
          <a:ln w="12700">
            <a:solidFill>
              <a:srgbClr val="4472C4"/>
            </a:solidFill>
            <a:tailEnd len="med" type="triangle" w="med"/>
          </a:ln>
        </p:spPr>
      </p:cxnSp>
      <p:cxnSp>
        <p:nvCxnSpPr>
          <p:cNvPr id="904" name="Connector: Elbow 385"/>
          <p:cNvCxnSpPr>
            <a:stCxn id="905" idx="3"/>
          </p:cNvCxnSpPr>
          <p:nvPr/>
        </p:nvCxnSpPr>
        <p:spPr>
          <a:xfrm flipV="1">
            <a:off x="2177280" y="1576440"/>
            <a:ext cx="100800" cy="1953000"/>
          </a:xfrm>
          <a:prstGeom prst="bentConnector3">
            <a:avLst>
              <a:gd name="adj1" fmla="val 50179"/>
            </a:avLst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906" name="TextBox 17"/>
          <p:cNvSpPr/>
          <p:nvPr/>
        </p:nvSpPr>
        <p:spPr>
          <a:xfrm>
            <a:off x="1574640" y="2670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07" name="Graphic 93" descr="Smart Phone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920600" y="34009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8" name="Graphic 97" descr="Smart Phone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672560" y="34009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09" name="Graphic 98" descr="Smart Phone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424880" y="340056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0" name="Picture 108"/>
          <p:cNvPicPr/>
          <p:nvPr/>
        </p:nvPicPr>
        <p:blipFill>
          <a:blip r:embed="rId7"/>
          <a:stretch/>
        </p:blipFill>
        <p:spPr>
          <a:xfrm>
            <a:off x="2293560" y="334764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1" name="TextBox 109"/>
          <p:cNvSpPr/>
          <p:nvPr/>
        </p:nvSpPr>
        <p:spPr>
          <a:xfrm>
            <a:off x="692640" y="337068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Referee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2" name="Graphic 1" descr="Smart Phone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 rot="16200000">
            <a:off x="1755720" y="2238480"/>
            <a:ext cx="542160" cy="54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3" name="Graphic 3" descr="Laptop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807200" y="133164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14" name="Graphic 4" descr="Monitor with solid fill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912600" y="13442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5" name="TextBox 5"/>
          <p:cNvSpPr/>
          <p:nvPr/>
        </p:nvSpPr>
        <p:spPr>
          <a:xfrm>
            <a:off x="693360" y="163764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 TV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16" name="Straight Arrow Connector 6"/>
          <p:cNvCxnSpPr>
            <a:endCxn id="914" idx="3"/>
          </p:cNvCxnSpPr>
          <p:nvPr/>
        </p:nvCxnSpPr>
        <p:spPr>
          <a:xfrm flipH="1">
            <a:off x="1375560" y="1572120"/>
            <a:ext cx="46656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917" name="TextBox 7"/>
          <p:cNvSpPr/>
          <p:nvPr/>
        </p:nvSpPr>
        <p:spPr>
          <a:xfrm>
            <a:off x="1450080" y="140796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18" name="Picture 8"/>
          <p:cNvPicPr/>
          <p:nvPr/>
        </p:nvPicPr>
        <p:blipFill>
          <a:blip r:embed="rId14"/>
          <a:stretch/>
        </p:blipFill>
        <p:spPr>
          <a:xfrm>
            <a:off x="2370240" y="235548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19" name="TextBox 9"/>
          <p:cNvSpPr/>
          <p:nvPr/>
        </p:nvSpPr>
        <p:spPr>
          <a:xfrm>
            <a:off x="1613520" y="180936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Announcer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Timekeeper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20" name="Straight Arrow Connector 12"/>
          <p:cNvCxnSpPr/>
          <p:nvPr/>
        </p:nvCxnSpPr>
        <p:spPr>
          <a:xfrm flipH="1">
            <a:off x="2591640" y="1987200"/>
            <a:ext cx="320400" cy="360"/>
          </a:xfrm>
          <a:prstGeom prst="straightConnector1">
            <a:avLst/>
          </a:prstGeom>
          <a:ln w="12700">
            <a:solidFill>
              <a:srgbClr val="000000"/>
            </a:solidFill>
            <a:headEnd len="med" type="triangle" w="med"/>
            <a:tailEnd len="med" type="triangle" w="med"/>
          </a:ln>
        </p:spPr>
      </p:cxnSp>
      <p:pic>
        <p:nvPicPr>
          <p:cNvPr id="921" name="Graphic 29"/>
          <p:cNvPicPr/>
          <p:nvPr/>
        </p:nvPicPr>
        <p:blipFill>
          <a:blip r:embed="rId15"/>
          <a:srcRect l="0" t="19756" r="0" b="39177"/>
          <a:stretch/>
        </p:blipFill>
        <p:spPr>
          <a:xfrm>
            <a:off x="2800800" y="1846080"/>
            <a:ext cx="710640" cy="291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2" name="TextBox 30"/>
          <p:cNvSpPr/>
          <p:nvPr/>
        </p:nvSpPr>
        <p:spPr>
          <a:xfrm>
            <a:off x="3335400" y="186192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Competition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Router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3" name="TextBox 31"/>
          <p:cNvSpPr/>
          <p:nvPr/>
        </p:nvSpPr>
        <p:spPr>
          <a:xfrm>
            <a:off x="1761840" y="1263600"/>
            <a:ext cx="586800" cy="24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fr-CA" sz="1010" b="0" u="none" strike="noStrike">
                <a:solidFill>
                  <a:schemeClr val="accent1"/>
                </a:solidFill>
                <a:effectLst/>
                <a:uFillTx/>
                <a:latin typeface="Calibri"/>
              </a:rPr>
              <a:t>owlcms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24" name="Straight Arrow Connector 336"/>
          <p:cNvCxnSpPr/>
          <p:nvPr/>
        </p:nvCxnSpPr>
        <p:spPr>
          <a:xfrm flipH="1">
            <a:off x="2265840" y="2518560"/>
            <a:ext cx="320400" cy="360"/>
          </a:xfrm>
          <a:prstGeom prst="straightConnector1">
            <a:avLst/>
          </a:prstGeom>
          <a:ln w="12700">
            <a:solidFill>
              <a:srgbClr val="4472C4"/>
            </a:solidFill>
            <a:tailEnd len="med" type="triangle" w="med"/>
          </a:ln>
        </p:spPr>
      </p:cxnSp>
      <p:cxnSp>
        <p:nvCxnSpPr>
          <p:cNvPr id="925" name="Connector: Elbow 385"/>
          <p:cNvCxnSpPr>
            <a:stCxn id="926" idx="3"/>
          </p:cNvCxnSpPr>
          <p:nvPr/>
        </p:nvCxnSpPr>
        <p:spPr>
          <a:xfrm flipV="1">
            <a:off x="2177280" y="1576440"/>
            <a:ext cx="100800" cy="1953000"/>
          </a:xfrm>
          <a:prstGeom prst="bentConnector3">
            <a:avLst>
              <a:gd name="adj1" fmla="val 50179"/>
            </a:avLst>
          </a:prstGeom>
          <a:ln w="12700">
            <a:solidFill>
              <a:srgbClr val="4472C4"/>
            </a:solidFill>
            <a:headEnd len="med" type="triangle" w="med"/>
            <a:tailEnd len="med" type="triangle" w="med"/>
          </a:ln>
        </p:spPr>
      </p:cxnSp>
      <p:sp>
        <p:nvSpPr>
          <p:cNvPr id="927" name="TextBox 17"/>
          <p:cNvSpPr/>
          <p:nvPr/>
        </p:nvSpPr>
        <p:spPr>
          <a:xfrm>
            <a:off x="1574640" y="2670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Warmup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Scoreboard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28" name="Graphic 93" descr="Smart Phone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/>
        </p:blipFill>
        <p:spPr>
          <a:xfrm>
            <a:off x="1920600" y="34009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29" name="Graphic 97" descr="Smart Phone"/>
          <p:cNvPicPr/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/>
        </p:blipFill>
        <p:spPr>
          <a:xfrm>
            <a:off x="1672560" y="340092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0" name="Graphic 98" descr="Smart Phone"/>
          <p:cNvPicPr/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/>
        </p:blipFill>
        <p:spPr>
          <a:xfrm>
            <a:off x="1424880" y="3400560"/>
            <a:ext cx="256680" cy="256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1" name="Picture 108"/>
          <p:cNvPicPr/>
          <p:nvPr/>
        </p:nvPicPr>
        <p:blipFill>
          <a:blip r:embed="rId7"/>
          <a:stretch/>
        </p:blipFill>
        <p:spPr>
          <a:xfrm>
            <a:off x="2293560" y="334764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2" name="TextBox 109"/>
          <p:cNvSpPr/>
          <p:nvPr/>
        </p:nvSpPr>
        <p:spPr>
          <a:xfrm>
            <a:off x="692640" y="3370680"/>
            <a:ext cx="86220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Referee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phones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3" name="Graphic 1" descr="Smart Phone"/>
          <p:cNvPicPr/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/>
        </p:blipFill>
        <p:spPr>
          <a:xfrm rot="16200000">
            <a:off x="1755720" y="2238480"/>
            <a:ext cx="542160" cy="542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4" name="Graphic 3" descr="Laptop"/>
          <p:cNvPicPr/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/>
        </p:blipFill>
        <p:spPr>
          <a:xfrm>
            <a:off x="1807200" y="1331640"/>
            <a:ext cx="514080" cy="5140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935" name="Graphic 4" descr="Monitor with solid fill"/>
          <p:cNvPicPr/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/>
        </p:blipFill>
        <p:spPr>
          <a:xfrm>
            <a:off x="912600" y="1344240"/>
            <a:ext cx="462960" cy="462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36" name="TextBox 5"/>
          <p:cNvSpPr/>
          <p:nvPr/>
        </p:nvSpPr>
        <p:spPr>
          <a:xfrm>
            <a:off x="693360" y="1637640"/>
            <a:ext cx="938880" cy="42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Attempt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Board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cxnSp>
        <p:nvCxnSpPr>
          <p:cNvPr id="937" name="Straight Arrow Connector 6"/>
          <p:cNvCxnSpPr>
            <a:endCxn id="935" idx="3"/>
          </p:cNvCxnSpPr>
          <p:nvPr/>
        </p:nvCxnSpPr>
        <p:spPr>
          <a:xfrm flipH="1">
            <a:off x="1375560" y="1572120"/>
            <a:ext cx="466560" cy="3960"/>
          </a:xfrm>
          <a:prstGeom prst="straightConnector1">
            <a:avLst/>
          </a:prstGeom>
          <a:ln w="25400">
            <a:solidFill>
              <a:srgbClr val="70AD47">
                <a:lumMod val="75000"/>
              </a:srgbClr>
            </a:solidFill>
            <a:tailEnd len="med" type="triangle" w="med"/>
          </a:ln>
        </p:spPr>
      </p:cxnSp>
      <p:sp>
        <p:nvSpPr>
          <p:cNvPr id="938" name="TextBox 7"/>
          <p:cNvSpPr/>
          <p:nvPr/>
        </p:nvSpPr>
        <p:spPr>
          <a:xfrm>
            <a:off x="1450080" y="1407960"/>
            <a:ext cx="424800" cy="18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HDMI</a:t>
            </a:r>
            <a:endParaRPr lang="en-CA" sz="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939" name="Picture 8"/>
          <p:cNvPicPr/>
          <p:nvPr/>
        </p:nvPicPr>
        <p:blipFill>
          <a:blip r:embed="rId14"/>
          <a:stretch/>
        </p:blipFill>
        <p:spPr>
          <a:xfrm>
            <a:off x="2370240" y="2355480"/>
            <a:ext cx="182520" cy="134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40" name="TextBox 9"/>
          <p:cNvSpPr/>
          <p:nvPr/>
        </p:nvSpPr>
        <p:spPr>
          <a:xfrm>
            <a:off x="1592640" y="1734120"/>
            <a:ext cx="938880" cy="317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70000"/>
              </a:lnSpc>
            </a:pP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Announcer</a:t>
            </a:r>
            <a:br>
              <a:rPr sz="1010"/>
            </a:br>
            <a:r>
              <a:rPr lang="en-CA" sz="101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Timekeeper</a:t>
            </a:r>
            <a:endParaRPr lang="en-CA" sz="101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41" name="Graphic 45" descr="Cloud"/>
          <p:cNvSpPr/>
          <p:nvPr/>
        </p:nvSpPr>
        <p:spPr>
          <a:xfrm>
            <a:off x="3206160" y="1691640"/>
            <a:ext cx="862200" cy="514080"/>
          </a:xfrm>
          <a:custGeom>
            <a:avLst/>
            <a:gdLst>
              <a:gd name="textAreaLeft" fmla="*/ 0 w 862200"/>
              <a:gd name="textAreaRight" fmla="*/ 862560 w 862200"/>
              <a:gd name="textAreaTop" fmla="*/ 0 h 514080"/>
              <a:gd name="textAreaBottom" fmla="*/ 514440 h 514080"/>
              <a:gd name="GluePoint1X" fmla="*/ 681898 w 4015594"/>
              <a:gd name="GluePoint1Y" fmla="*/ 2281741 h 2285550"/>
              <a:gd name="GluePoint2X" fmla="*/ 870545 w 4015594"/>
              <a:gd name="GluePoint2Y" fmla="*/ 2285551 h 2285550"/>
              <a:gd name="GluePoint3X" fmla="*/ 3444286 w 4015594"/>
              <a:gd name="GluePoint3Y" fmla="*/ 2285551 h 2285550"/>
              <a:gd name="GluePoint4X" fmla="*/ 4015591 w 4015594"/>
              <a:gd name="GluePoint4Y" fmla="*/ 1709703 h 2285550"/>
              <a:gd name="GluePoint5X" fmla="*/ 3449048 w 4015594"/>
              <a:gd name="GluePoint5Y" fmla="*/ 1138436 h 2285550"/>
              <a:gd name="GluePoint6X" fmla="*/ 3401423 w 4015594"/>
              <a:gd name="GluePoint6Y" fmla="*/ 1138436 h 2285550"/>
              <a:gd name="GluePoint7X" fmla="*/ 3101386 w 4015594"/>
              <a:gd name="GluePoint7Y" fmla="*/ 557239 h 2285550"/>
              <a:gd name="GluePoint8X" fmla="*/ 2448890 w 4015594"/>
              <a:gd name="GluePoint8Y" fmla="*/ 466752 h 2285550"/>
              <a:gd name="GluePoint9X" fmla="*/ 1296117 w 4015594"/>
              <a:gd name="GluePoint9Y" fmla="*/ 94148 h 2285550"/>
              <a:gd name="GluePoint10X" fmla="*/ 829559 w 4015594"/>
              <a:gd name="GluePoint10Y" fmla="*/ 852610 h 2285550"/>
              <a:gd name="GluePoint11X" fmla="*/ 829559 w 4015594"/>
              <a:gd name="GluePoint11Y" fmla="*/ 862135 h 2285550"/>
              <a:gd name="GluePoint12X" fmla="*/ 716535 w 4015594"/>
              <a:gd name="GluePoint12Y" fmla="*/ 852929 h 2285550"/>
              <a:gd name="GluePoint13X" fmla="*/ 0 w 4015594"/>
              <a:gd name="GluePoint13Y" fmla="*/ 1567799 h 2285550"/>
              <a:gd name="GluePoint14X" fmla="*/ 67507 w 4015594"/>
              <a:gd name="GluePoint14Y" fmla="*/ 1872066 h 2285550"/>
              <a:gd name="GluePoint15X" fmla="*/ 681898 w 4015594"/>
              <a:gd name="GluePoint15Y" fmla="*/ 2281741 h 2285550"/>
              <a:gd name="GluePoint16X" fmla="*/ 219826 w 4015594"/>
              <a:gd name="GluePoint16Y" fmla="*/ 1195710 h 2285550"/>
              <a:gd name="GluePoint17X" fmla="*/ 716507 w 4015594"/>
              <a:gd name="GluePoint17Y" fmla="*/ 948169 h 2285550"/>
              <a:gd name="GluePoint18X" fmla="*/ 814138 w 4015594"/>
              <a:gd name="GluePoint18Y" fmla="*/ 956118 h 2285550"/>
              <a:gd name="GluePoint19X" fmla="*/ 924776 w 4015594"/>
              <a:gd name="GluePoint19Y" fmla="*/ 974215 h 2285550"/>
              <a:gd name="GluePoint20X" fmla="*/ 924776 w 4015594"/>
              <a:gd name="GluePoint20Y" fmla="*/ 852591 h 2285550"/>
              <a:gd name="GluePoint21X" fmla="*/ 1690971 w 4015594"/>
              <a:gd name="GluePoint21Y" fmla="*/ 95767 h 2285550"/>
              <a:gd name="GluePoint22X" fmla="*/ 2364137 w 4015594"/>
              <a:gd name="GluePoint22Y" fmla="*/ 510238 h 2285550"/>
              <a:gd name="GluePoint23X" fmla="*/ 2401960 w 4015594"/>
              <a:gd name="GluePoint23Y" fmla="*/ 583909 h 2285550"/>
              <a:gd name="GluePoint24X" fmla="*/ 2480170 w 4015594"/>
              <a:gd name="GluePoint24Y" fmla="*/ 556701 h 2285550"/>
              <a:gd name="GluePoint25X" fmla="*/ 3270097 w 4015594"/>
              <a:gd name="GluePoint25Y" fmla="*/ 930548 h 2285550"/>
              <a:gd name="GluePoint26X" fmla="*/ 3306169 w 4015594"/>
              <a:gd name="GluePoint26Y" fmla="*/ 1138436 h 2285550"/>
              <a:gd name="GluePoint27X" fmla="*/ 3306169 w 4015594"/>
              <a:gd name="GluePoint27Y" fmla="*/ 1233686 h 2285550"/>
              <a:gd name="GluePoint28X" fmla="*/ 3449044 w 4015594"/>
              <a:gd name="GluePoint28Y" fmla="*/ 1233686 h 2285550"/>
              <a:gd name="GluePoint29X" fmla="*/ 3920293 w 4015594"/>
              <a:gd name="GluePoint29Y" fmla="*/ 1719004 h 2285550"/>
              <a:gd name="GluePoint30X" fmla="*/ 3444286 w 4015594"/>
              <a:gd name="GluePoint30Y" fmla="*/ 2190301 h 2285550"/>
              <a:gd name="GluePoint31X" fmla="*/ 771947 w 4015594"/>
              <a:gd name="GluePoint31Y" fmla="*/ 2190301 h 2285550"/>
              <a:gd name="GluePoint32X" fmla="*/ 687070 w 4015594"/>
              <a:gd name="GluePoint32Y" fmla="*/ 2186629 h 2285550"/>
              <a:gd name="GluePoint33X" fmla="*/ 95530 w 4015594"/>
              <a:gd name="GluePoint33Y" fmla="*/ 1541782 h 2285550"/>
              <a:gd name="GluePoint34X" fmla="*/ 219811 w 4015594"/>
              <a:gd name="GluePoint34Y" fmla="*/ 1195710 h 2285550"/>
            </a:gdLst>
            <a:ahLst/>
            <a:cxnLst>
              <a:cxn ang="0">
                <a:pos x="GluePoint1X" y="GluePoint1Y"/>
              </a:cxn>
              <a:cxn ang="0">
                <a:pos x="GluePoint2X" y="GluePoint2Y"/>
              </a:cxn>
              <a:cxn ang="0">
                <a:pos x="GluePoint3X" y="GluePoint3Y"/>
              </a:cxn>
              <a:cxn ang="0">
                <a:pos x="GluePoint4X" y="GluePoint4Y"/>
              </a:cxn>
              <a:cxn ang="0">
                <a:pos x="GluePoint5X" y="GluePoint5Y"/>
              </a:cxn>
              <a:cxn ang="0">
                <a:pos x="GluePoint6X" y="GluePoint6Y"/>
              </a:cxn>
              <a:cxn ang="0">
                <a:pos x="GluePoint7X" y="GluePoint7Y"/>
              </a:cxn>
              <a:cxn ang="0">
                <a:pos x="GluePoint8X" y="GluePoint8Y"/>
              </a:cxn>
              <a:cxn ang="0">
                <a:pos x="GluePoint9X" y="GluePoint9Y"/>
              </a:cxn>
              <a:cxn ang="0">
                <a:pos x="GluePoint10X" y="GluePoint10Y"/>
              </a:cxn>
              <a:cxn ang="0">
                <a:pos x="GluePoint11X" y="GluePoint11Y"/>
              </a:cxn>
              <a:cxn ang="0">
                <a:pos x="GluePoint12X" y="GluePoint12Y"/>
              </a:cxn>
              <a:cxn ang="0">
                <a:pos x="GluePoint13X" y="GluePoint13Y"/>
              </a:cxn>
              <a:cxn ang="0">
                <a:pos x="GluePoint14X" y="GluePoint14Y"/>
              </a:cxn>
              <a:cxn ang="0">
                <a:pos x="GluePoint15X" y="GluePoint15Y"/>
              </a:cxn>
              <a:cxn ang="0">
                <a:pos x="GluePoint16X" y="GluePoint16Y"/>
              </a:cxn>
              <a:cxn ang="0">
                <a:pos x="GluePoint17X" y="GluePoint17Y"/>
              </a:cxn>
              <a:cxn ang="0">
                <a:pos x="GluePoint18X" y="GluePoint18Y"/>
              </a:cxn>
              <a:cxn ang="0">
                <a:pos x="GluePoint19X" y="GluePoint19Y"/>
              </a:cxn>
              <a:cxn ang="0">
                <a:pos x="GluePoint20X" y="GluePoint20Y"/>
              </a:cxn>
              <a:cxn ang="0">
                <a:pos x="GluePoint21X" y="GluePoint21Y"/>
              </a:cxn>
              <a:cxn ang="0">
                <a:pos x="GluePoint22X" y="GluePoint22Y"/>
              </a:cxn>
              <a:cxn ang="0">
                <a:pos x="GluePoint23X" y="GluePoint23Y"/>
              </a:cxn>
              <a:cxn ang="0">
                <a:pos x="GluePoint24X" y="GluePoint24Y"/>
              </a:cxn>
              <a:cxn ang="0">
                <a:pos x="GluePoint25X" y="GluePoint25Y"/>
              </a:cxn>
              <a:cxn ang="0">
                <a:pos x="GluePoint26X" y="GluePoint26Y"/>
              </a:cxn>
              <a:cxn ang="0">
                <a:pos x="GluePoint27X" y="GluePoint27Y"/>
              </a:cxn>
              <a:cxn ang="0">
                <a:pos x="GluePoint28X" y="GluePoint28Y"/>
              </a:cxn>
              <a:cxn ang="0">
                <a:pos x="GluePoint29X" y="GluePoint29Y"/>
              </a:cxn>
              <a:cxn ang="0">
                <a:pos x="GluePoint30X" y="GluePoint30Y"/>
              </a:cxn>
              <a:cxn ang="0">
                <a:pos x="GluePoint31X" y="GluePoint31Y"/>
              </a:cxn>
              <a:cxn ang="0">
                <a:pos x="GluePoint32X" y="GluePoint32Y"/>
              </a:cxn>
              <a:cxn ang="0">
                <a:pos x="GluePoint33X" y="GluePoint33Y"/>
              </a:cxn>
              <a:cxn ang="0">
                <a:pos x="GluePoint34X" y="GluePoint34Y"/>
              </a:cxn>
            </a:cxnLst>
            <a:rect l="textAreaLeft" t="textAreaTop" r="textAreaRight" b="textAreaBottom"/>
            <a:pathLst>
              <a:path w="4015594" h="2285550">
                <a:moveTo>
                  <a:pt x="681898" y="2281741"/>
                </a:moveTo>
                <a:cubicBezTo>
                  <a:pt x="730051" y="2284365"/>
                  <a:pt x="870545" y="2285551"/>
                  <a:pt x="870545" y="2285551"/>
                </a:cubicBezTo>
                <a:lnTo>
                  <a:pt x="3444286" y="2285551"/>
                </a:lnTo>
                <a:cubicBezTo>
                  <a:pt x="3761064" y="2284298"/>
                  <a:pt x="4016848" y="2026480"/>
                  <a:pt x="4015591" y="1709703"/>
                </a:cubicBezTo>
                <a:cubicBezTo>
                  <a:pt x="4014352" y="1396554"/>
                  <a:pt x="3762178" y="1142275"/>
                  <a:pt x="3449048" y="1138436"/>
                </a:cubicBezTo>
                <a:lnTo>
                  <a:pt x="3401423" y="1138436"/>
                </a:lnTo>
                <a:cubicBezTo>
                  <a:pt x="3400980" y="907655"/>
                  <a:pt x="3289266" y="691256"/>
                  <a:pt x="3101386" y="557239"/>
                </a:cubicBezTo>
                <a:cubicBezTo>
                  <a:pt x="2911034" y="424056"/>
                  <a:pt x="2668303" y="390395"/>
                  <a:pt x="2448890" y="466752"/>
                </a:cubicBezTo>
                <a:cubicBezTo>
                  <a:pt x="2233454" y="45533"/>
                  <a:pt x="1717337" y="-121288"/>
                  <a:pt x="1296117" y="94148"/>
                </a:cubicBezTo>
                <a:cubicBezTo>
                  <a:pt x="1011091" y="239928"/>
                  <a:pt x="831140" y="532470"/>
                  <a:pt x="829559" y="852610"/>
                </a:cubicBezTo>
                <a:lnTo>
                  <a:pt x="829559" y="862135"/>
                </a:lnTo>
                <a:cubicBezTo>
                  <a:pt x="792192" y="856020"/>
                  <a:pt x="754397" y="852943"/>
                  <a:pt x="716535" y="852929"/>
                </a:cubicBezTo>
                <a:cubicBezTo>
                  <a:pt x="321262" y="852472"/>
                  <a:pt x="460" y="1172531"/>
                  <a:pt x="0" y="1567799"/>
                </a:cubicBezTo>
                <a:cubicBezTo>
                  <a:pt x="-121" y="1672950"/>
                  <a:pt x="22927" y="1776835"/>
                  <a:pt x="67507" y="1872066"/>
                </a:cubicBezTo>
                <a:cubicBezTo>
                  <a:pt x="183202" y="2109633"/>
                  <a:pt x="418107" y="2266272"/>
                  <a:pt x="681898" y="2281741"/>
                </a:cubicBezTo>
                <a:close/>
                <a:moveTo>
                  <a:pt x="219826" y="1195710"/>
                </a:moveTo>
                <a:cubicBezTo>
                  <a:pt x="338650" y="1041376"/>
                  <a:pt x="521740" y="950122"/>
                  <a:pt x="716507" y="948169"/>
                </a:cubicBezTo>
                <a:cubicBezTo>
                  <a:pt x="749211" y="948198"/>
                  <a:pt x="781858" y="950855"/>
                  <a:pt x="814138" y="956118"/>
                </a:cubicBezTo>
                <a:lnTo>
                  <a:pt x="924776" y="974215"/>
                </a:lnTo>
                <a:lnTo>
                  <a:pt x="924776" y="852591"/>
                </a:lnTo>
                <a:cubicBezTo>
                  <a:pt x="927362" y="432019"/>
                  <a:pt x="1270400" y="93181"/>
                  <a:pt x="1690971" y="95767"/>
                </a:cubicBezTo>
                <a:cubicBezTo>
                  <a:pt x="1975112" y="97515"/>
                  <a:pt x="2234644" y="257311"/>
                  <a:pt x="2364137" y="510238"/>
                </a:cubicBezTo>
                <a:lnTo>
                  <a:pt x="2401960" y="583909"/>
                </a:lnTo>
                <a:lnTo>
                  <a:pt x="2480170" y="556701"/>
                </a:lnTo>
                <a:cubicBezTo>
                  <a:pt x="2801539" y="441806"/>
                  <a:pt x="3155197" y="609179"/>
                  <a:pt x="3270097" y="930548"/>
                </a:cubicBezTo>
                <a:cubicBezTo>
                  <a:pt x="3293948" y="997261"/>
                  <a:pt x="3306149" y="1067584"/>
                  <a:pt x="3306169" y="1138436"/>
                </a:cubicBezTo>
                <a:lnTo>
                  <a:pt x="3306169" y="1233686"/>
                </a:lnTo>
                <a:lnTo>
                  <a:pt x="3449044" y="1233686"/>
                </a:lnTo>
                <a:cubicBezTo>
                  <a:pt x="3713191" y="1237572"/>
                  <a:pt x="3924179" y="1454856"/>
                  <a:pt x="3920293" y="1719004"/>
                </a:cubicBezTo>
                <a:cubicBezTo>
                  <a:pt x="3916459" y="1979527"/>
                  <a:pt x="3704833" y="2189062"/>
                  <a:pt x="3444286" y="2190301"/>
                </a:cubicBezTo>
                <a:lnTo>
                  <a:pt x="771947" y="2190301"/>
                </a:lnTo>
                <a:lnTo>
                  <a:pt x="687070" y="2186629"/>
                </a:lnTo>
                <a:cubicBezTo>
                  <a:pt x="345651" y="2171908"/>
                  <a:pt x="80810" y="1883200"/>
                  <a:pt x="95530" y="1541782"/>
                </a:cubicBezTo>
                <a:cubicBezTo>
                  <a:pt x="100932" y="1416495"/>
                  <a:pt x="144273" y="1295808"/>
                  <a:pt x="219811" y="1195710"/>
                </a:cubicBezTo>
                <a:close/>
              </a:path>
            </a:pathLst>
          </a:custGeom>
          <a:noFill/>
          <a:ln w="6350">
            <a:solidFill>
              <a:srgbClr val="E7E6E6">
                <a:lumMod val="75000"/>
              </a:srgbClr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endParaRPr lang="en-CA" sz="101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942" name="Straight Arrow Connector 18"/>
          <p:cNvCxnSpPr/>
          <p:nvPr/>
        </p:nvCxnSpPr>
        <p:spPr>
          <a:xfrm flipH="1">
            <a:off x="2604240" y="1987200"/>
            <a:ext cx="612360" cy="360"/>
          </a:xfrm>
          <a:prstGeom prst="straightConnector1">
            <a:avLst/>
          </a:prstGeom>
          <a:ln w="12700">
            <a:solidFill>
              <a:srgbClr val="000000"/>
            </a:solidFill>
            <a:headEnd len="med" type="triangle" w="med"/>
            <a:tailEnd len="med" type="triangle" w="med"/>
          </a:ln>
        </p:spPr>
      </p:cxnSp>
      <p:sp>
        <p:nvSpPr>
          <p:cNvPr id="943" name="TextBox 2"/>
          <p:cNvSpPr/>
          <p:nvPr/>
        </p:nvSpPr>
        <p:spPr>
          <a:xfrm>
            <a:off x="3124800" y="1801440"/>
            <a:ext cx="1012320" cy="64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n-CA" sz="1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Cloud owlcms</a:t>
            </a: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457200">
              <a:lnSpc>
                <a:spcPct val="100000"/>
              </a:lnSpc>
            </a:pPr>
            <a:endParaRPr lang="en-CA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 pitchFamily="0" charset="1"/>
        <a:ea typeface=""/>
        <a:cs typeface=""/>
      </a:majorFont>
      <a:minorFont>
        <a:latin typeface="Calibri" panose="020F0502020204030204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4678</TotalTime>
  <Application>LibreOffice/26.2.5.2$MacOSX_AARCH64 LibreOffice_project/cd7284b4cbbfeb507e630c1aac019f4157393acb</Application>
  <AppVersion>15.0000</AppVersion>
  <Words>662</Words>
  <Paragraphs>280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2020-07-05T19:05:46Z</dcterms:created>
  <dc:creator>Jean-François Lamy</dc:creator>
  <dc:description/>
  <dc:language>en-CA</dc:language>
  <cp:lastModifiedBy>Jean-François Lamy</cp:lastModifiedBy>
  <dcterms:modified xsi:type="dcterms:W3CDTF">2026-05-21T02:07:17Z</dcterms:modified>
  <cp:revision>36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8</vt:i4>
  </property>
  <property fmtid="{D5CDD505-2E9C-101B-9397-08002B2CF9AE}" pid="3" name="PresentationFormat">
    <vt:lpwstr>Letter Paper (8.5x11 in)</vt:lpwstr>
  </property>
  <property fmtid="{D5CDD505-2E9C-101B-9397-08002B2CF9AE}" pid="4" name="Slides">
    <vt:i4>15</vt:i4>
  </property>
</Properties>
</file>